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745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8" r:id="rId13"/>
    <p:sldId id="267" r:id="rId14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78" d="100"/>
          <a:sy n="78" d="100"/>
        </p:scale>
        <p:origin x="1594" y="67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2" name="Picture 2" descr="\\DROBO-FS\QuickDrops\JB\PPTX NG\Droplets\LightingOverlay.png"/>
          <p:cNvPicPr>
            <a:picLocks noChangeAspect="1" noChangeArrowheads="1"/>
          </p:cNvPicPr>
          <p:nvPr/>
        </p:nvPicPr>
        <p:blipFill>
          <a:blip r:embed="rId2">
            <a:alphaModFix amt="30000"/>
            <a:duotone>
              <a:schemeClr val="bg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" y="-1"/>
            <a:ext cx="9144002" cy="68580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</p:pic>
      <p:grpSp>
        <p:nvGrpSpPr>
          <p:cNvPr id="66" name="Group 65"/>
          <p:cNvGrpSpPr/>
          <p:nvPr/>
        </p:nvGrpSpPr>
        <p:grpSpPr>
          <a:xfrm>
            <a:off x="0" y="0"/>
            <a:ext cx="2305051" cy="6858001"/>
            <a:chOff x="0" y="0"/>
            <a:chExt cx="2305051" cy="6858001"/>
          </a:xfrm>
          <a:gradFill flip="none" rotWithShape="1">
            <a:gsLst>
              <a:gs pos="0">
                <a:schemeClr val="tx2"/>
              </a:gs>
              <a:gs pos="100000">
                <a:schemeClr val="bg2">
                  <a:lumMod val="60000"/>
                  <a:lumOff val="40000"/>
                </a:schemeClr>
              </a:gs>
            </a:gsLst>
            <a:lin ang="5400000" scaled="0"/>
            <a:tileRect/>
          </a:gradFill>
        </p:grpSpPr>
        <p:sp>
          <p:nvSpPr>
            <p:cNvPr id="67" name="Rectangle 5"/>
            <p:cNvSpPr>
              <a:spLocks noChangeArrowheads="1"/>
            </p:cNvSpPr>
            <p:nvPr/>
          </p:nvSpPr>
          <p:spPr bwMode="auto">
            <a:xfrm>
              <a:off x="1209675" y="4763"/>
              <a:ext cx="23813" cy="21812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68" name="Freeform 6"/>
            <p:cNvSpPr>
              <a:spLocks noEditPoints="1"/>
            </p:cNvSpPr>
            <p:nvPr/>
          </p:nvSpPr>
          <p:spPr bwMode="auto">
            <a:xfrm>
              <a:off x="1128713" y="217646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9" name="Freeform 7"/>
            <p:cNvSpPr>
              <a:spLocks noEditPoints="1"/>
            </p:cNvSpPr>
            <p:nvPr/>
          </p:nvSpPr>
          <p:spPr bwMode="auto">
            <a:xfrm>
              <a:off x="1123950" y="4021138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70" name="Rectangle 8"/>
            <p:cNvSpPr>
              <a:spLocks noChangeArrowheads="1"/>
            </p:cNvSpPr>
            <p:nvPr/>
          </p:nvSpPr>
          <p:spPr bwMode="auto">
            <a:xfrm>
              <a:off x="414338" y="9525"/>
              <a:ext cx="28575" cy="4481513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71" name="Freeform 9"/>
            <p:cNvSpPr>
              <a:spLocks noEditPoints="1"/>
            </p:cNvSpPr>
            <p:nvPr/>
          </p:nvSpPr>
          <p:spPr bwMode="auto">
            <a:xfrm>
              <a:off x="333375" y="44815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72" name="Freeform 10"/>
            <p:cNvSpPr/>
            <p:nvPr/>
          </p:nvSpPr>
          <p:spPr bwMode="auto">
            <a:xfrm>
              <a:off x="190500" y="9525"/>
              <a:ext cx="152400" cy="908050"/>
            </a:xfrm>
            <a:custGeom>
              <a:avLst/>
              <a:gdLst/>
              <a:ahLst/>
              <a:cxnLst/>
              <a:rect l="0" t="0" r="r" b="b"/>
              <a:pathLst>
                <a:path w="96" h="572">
                  <a:moveTo>
                    <a:pt x="15" y="572"/>
                  </a:moveTo>
                  <a:lnTo>
                    <a:pt x="0" y="566"/>
                  </a:lnTo>
                  <a:lnTo>
                    <a:pt x="81" y="380"/>
                  </a:lnTo>
                  <a:lnTo>
                    <a:pt x="81" y="0"/>
                  </a:lnTo>
                  <a:lnTo>
                    <a:pt x="96" y="0"/>
                  </a:lnTo>
                  <a:lnTo>
                    <a:pt x="96" y="383"/>
                  </a:lnTo>
                  <a:lnTo>
                    <a:pt x="15" y="57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73" name="Freeform 11"/>
            <p:cNvSpPr/>
            <p:nvPr/>
          </p:nvSpPr>
          <p:spPr bwMode="auto">
            <a:xfrm>
              <a:off x="1290638" y="14288"/>
              <a:ext cx="376238" cy="1801813"/>
            </a:xfrm>
            <a:custGeom>
              <a:avLst/>
              <a:gdLst/>
              <a:ahLst/>
              <a:cxnLst/>
              <a:rect l="0" t="0" r="r" b="b"/>
              <a:pathLst>
                <a:path w="237" h="1135">
                  <a:moveTo>
                    <a:pt x="222" y="1135"/>
                  </a:moveTo>
                  <a:lnTo>
                    <a:pt x="0" y="620"/>
                  </a:lnTo>
                  <a:lnTo>
                    <a:pt x="0" y="0"/>
                  </a:lnTo>
                  <a:lnTo>
                    <a:pt x="18" y="0"/>
                  </a:lnTo>
                  <a:lnTo>
                    <a:pt x="18" y="617"/>
                  </a:lnTo>
                  <a:lnTo>
                    <a:pt x="237" y="1129"/>
                  </a:lnTo>
                  <a:lnTo>
                    <a:pt x="222" y="113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74" name="Freeform 12"/>
            <p:cNvSpPr>
              <a:spLocks noEditPoints="1"/>
            </p:cNvSpPr>
            <p:nvPr/>
          </p:nvSpPr>
          <p:spPr bwMode="auto">
            <a:xfrm>
              <a:off x="1600200" y="180181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75" name="Freeform 13"/>
            <p:cNvSpPr/>
            <p:nvPr/>
          </p:nvSpPr>
          <p:spPr bwMode="auto">
            <a:xfrm>
              <a:off x="1381125" y="9525"/>
              <a:ext cx="371475" cy="1425575"/>
            </a:xfrm>
            <a:custGeom>
              <a:avLst/>
              <a:gdLst/>
              <a:ahLst/>
              <a:cxnLst/>
              <a:rect l="0" t="0" r="r" b="b"/>
              <a:pathLst>
                <a:path w="234" h="898">
                  <a:moveTo>
                    <a:pt x="219" y="898"/>
                  </a:moveTo>
                  <a:lnTo>
                    <a:pt x="0" y="383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380"/>
                  </a:lnTo>
                  <a:lnTo>
                    <a:pt x="234" y="892"/>
                  </a:lnTo>
                  <a:lnTo>
                    <a:pt x="219" y="89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76" name="Freeform 14"/>
            <p:cNvSpPr/>
            <p:nvPr/>
          </p:nvSpPr>
          <p:spPr bwMode="auto">
            <a:xfrm>
              <a:off x="1643063" y="0"/>
              <a:ext cx="152400" cy="912813"/>
            </a:xfrm>
            <a:custGeom>
              <a:avLst/>
              <a:gdLst/>
              <a:ahLst/>
              <a:cxnLst/>
              <a:rect l="0" t="0" r="r" b="b"/>
              <a:pathLst>
                <a:path w="96" h="575">
                  <a:moveTo>
                    <a:pt x="96" y="575"/>
                  </a:moveTo>
                  <a:lnTo>
                    <a:pt x="78" y="575"/>
                  </a:lnTo>
                  <a:lnTo>
                    <a:pt x="78" y="192"/>
                  </a:lnTo>
                  <a:lnTo>
                    <a:pt x="0" y="6"/>
                  </a:lnTo>
                  <a:lnTo>
                    <a:pt x="15" y="0"/>
                  </a:lnTo>
                  <a:lnTo>
                    <a:pt x="96" y="189"/>
                  </a:lnTo>
                  <a:lnTo>
                    <a:pt x="96" y="57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77" name="Freeform 15"/>
            <p:cNvSpPr>
              <a:spLocks noEditPoints="1"/>
            </p:cNvSpPr>
            <p:nvPr/>
          </p:nvSpPr>
          <p:spPr bwMode="auto">
            <a:xfrm>
              <a:off x="1685925" y="14208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78" name="Freeform 16"/>
            <p:cNvSpPr>
              <a:spLocks noEditPoints="1"/>
            </p:cNvSpPr>
            <p:nvPr/>
          </p:nvSpPr>
          <p:spPr bwMode="auto">
            <a:xfrm>
              <a:off x="168592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79" name="Freeform 17"/>
            <p:cNvSpPr/>
            <p:nvPr/>
          </p:nvSpPr>
          <p:spPr bwMode="auto">
            <a:xfrm>
              <a:off x="1743075" y="4763"/>
              <a:ext cx="419100" cy="522288"/>
            </a:xfrm>
            <a:custGeom>
              <a:avLst/>
              <a:gdLst/>
              <a:ahLst/>
              <a:cxnLst/>
              <a:rect l="0" t="0" r="r" b="b"/>
              <a:pathLst>
                <a:path w="264" h="329">
                  <a:moveTo>
                    <a:pt x="252" y="329"/>
                  </a:moveTo>
                  <a:lnTo>
                    <a:pt x="45" y="120"/>
                  </a:lnTo>
                  <a:lnTo>
                    <a:pt x="0" y="6"/>
                  </a:lnTo>
                  <a:lnTo>
                    <a:pt x="15" y="0"/>
                  </a:lnTo>
                  <a:lnTo>
                    <a:pt x="60" y="111"/>
                  </a:lnTo>
                  <a:lnTo>
                    <a:pt x="264" y="317"/>
                  </a:lnTo>
                  <a:lnTo>
                    <a:pt x="252" y="32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80" name="Freeform 18"/>
            <p:cNvSpPr>
              <a:spLocks noEditPoints="1"/>
            </p:cNvSpPr>
            <p:nvPr/>
          </p:nvSpPr>
          <p:spPr bwMode="auto">
            <a:xfrm>
              <a:off x="2119313" y="488950"/>
              <a:ext cx="161925" cy="147638"/>
            </a:xfrm>
            <a:custGeom>
              <a:avLst/>
              <a:gdLst/>
              <a:ahLst/>
              <a:cxnLst/>
              <a:rect l="0" t="0" r="r" b="b"/>
              <a:pathLst>
                <a:path w="34" h="31">
                  <a:moveTo>
                    <a:pt x="17" y="31"/>
                  </a:moveTo>
                  <a:cubicBezTo>
                    <a:pt x="13" y="31"/>
                    <a:pt x="9" y="30"/>
                    <a:pt x="6" y="27"/>
                  </a:cubicBezTo>
                  <a:cubicBezTo>
                    <a:pt x="0" y="20"/>
                    <a:pt x="0" y="10"/>
                    <a:pt x="6" y="4"/>
                  </a:cubicBezTo>
                  <a:cubicBezTo>
                    <a:pt x="9" y="1"/>
                    <a:pt x="13" y="0"/>
                    <a:pt x="17" y="0"/>
                  </a:cubicBezTo>
                  <a:cubicBezTo>
                    <a:pt x="21" y="0"/>
                    <a:pt x="25" y="1"/>
                    <a:pt x="28" y="4"/>
                  </a:cubicBezTo>
                  <a:cubicBezTo>
                    <a:pt x="34" y="10"/>
                    <a:pt x="34" y="20"/>
                    <a:pt x="28" y="27"/>
                  </a:cubicBezTo>
                  <a:cubicBezTo>
                    <a:pt x="25" y="30"/>
                    <a:pt x="21" y="31"/>
                    <a:pt x="17" y="31"/>
                  </a:cubicBezTo>
                  <a:close/>
                  <a:moveTo>
                    <a:pt x="17" y="4"/>
                  </a:moveTo>
                  <a:cubicBezTo>
                    <a:pt x="14" y="4"/>
                    <a:pt x="11" y="5"/>
                    <a:pt x="9" y="7"/>
                  </a:cubicBezTo>
                  <a:cubicBezTo>
                    <a:pt x="4" y="12"/>
                    <a:pt x="4" y="19"/>
                    <a:pt x="9" y="24"/>
                  </a:cubicBezTo>
                  <a:cubicBezTo>
                    <a:pt x="11" y="26"/>
                    <a:pt x="14" y="27"/>
                    <a:pt x="17" y="27"/>
                  </a:cubicBezTo>
                  <a:cubicBezTo>
                    <a:pt x="20" y="27"/>
                    <a:pt x="23" y="26"/>
                    <a:pt x="25" y="24"/>
                  </a:cubicBezTo>
                  <a:cubicBezTo>
                    <a:pt x="30" y="19"/>
                    <a:pt x="30" y="12"/>
                    <a:pt x="25" y="7"/>
                  </a:cubicBezTo>
                  <a:cubicBezTo>
                    <a:pt x="23" y="5"/>
                    <a:pt x="20" y="4"/>
                    <a:pt x="17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81" name="Freeform 19"/>
            <p:cNvSpPr/>
            <p:nvPr/>
          </p:nvSpPr>
          <p:spPr bwMode="auto">
            <a:xfrm>
              <a:off x="952500" y="4763"/>
              <a:ext cx="152400" cy="908050"/>
            </a:xfrm>
            <a:custGeom>
              <a:avLst/>
              <a:gdLst/>
              <a:ahLst/>
              <a:cxnLst/>
              <a:rect l="0" t="0" r="r" b="b"/>
              <a:pathLst>
                <a:path w="96" h="572">
                  <a:moveTo>
                    <a:pt x="15" y="572"/>
                  </a:moveTo>
                  <a:lnTo>
                    <a:pt x="0" y="572"/>
                  </a:lnTo>
                  <a:lnTo>
                    <a:pt x="0" y="189"/>
                  </a:lnTo>
                  <a:lnTo>
                    <a:pt x="81" y="0"/>
                  </a:lnTo>
                  <a:lnTo>
                    <a:pt x="96" y="6"/>
                  </a:lnTo>
                  <a:lnTo>
                    <a:pt x="15" y="192"/>
                  </a:lnTo>
                  <a:lnTo>
                    <a:pt x="15" y="57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82" name="Freeform 20"/>
            <p:cNvSpPr>
              <a:spLocks noEditPoints="1"/>
            </p:cNvSpPr>
            <p:nvPr/>
          </p:nvSpPr>
          <p:spPr bwMode="auto">
            <a:xfrm>
              <a:off x="86677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2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2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83" name="Freeform 21"/>
            <p:cNvSpPr>
              <a:spLocks noEditPoints="1"/>
            </p:cNvSpPr>
            <p:nvPr/>
          </p:nvSpPr>
          <p:spPr bwMode="auto">
            <a:xfrm>
              <a:off x="890588" y="155416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84" name="Freeform 22"/>
            <p:cNvSpPr/>
            <p:nvPr/>
          </p:nvSpPr>
          <p:spPr bwMode="auto">
            <a:xfrm>
              <a:off x="738188" y="5622925"/>
              <a:ext cx="338138" cy="1216025"/>
            </a:xfrm>
            <a:custGeom>
              <a:avLst/>
              <a:gdLst/>
              <a:ahLst/>
              <a:cxnLst/>
              <a:rect l="0" t="0" r="r" b="b"/>
              <a:pathLst>
                <a:path w="213" h="766">
                  <a:moveTo>
                    <a:pt x="213" y="766"/>
                  </a:moveTo>
                  <a:lnTo>
                    <a:pt x="195" y="766"/>
                  </a:lnTo>
                  <a:lnTo>
                    <a:pt x="195" y="464"/>
                  </a:lnTo>
                  <a:lnTo>
                    <a:pt x="0" y="6"/>
                  </a:lnTo>
                  <a:lnTo>
                    <a:pt x="12" y="0"/>
                  </a:lnTo>
                  <a:lnTo>
                    <a:pt x="213" y="461"/>
                  </a:lnTo>
                  <a:lnTo>
                    <a:pt x="213" y="76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85" name="Freeform 23"/>
            <p:cNvSpPr>
              <a:spLocks noEditPoints="1"/>
            </p:cNvSpPr>
            <p:nvPr/>
          </p:nvSpPr>
          <p:spPr bwMode="auto">
            <a:xfrm>
              <a:off x="647700" y="5480050"/>
              <a:ext cx="157163" cy="157163"/>
            </a:xfrm>
            <a:custGeom>
              <a:avLst/>
              <a:gdLst/>
              <a:ahLst/>
              <a:cxnLst/>
              <a:rect l="0" t="0" r="r" b="b"/>
              <a:pathLst>
                <a:path w="33" h="33">
                  <a:moveTo>
                    <a:pt x="17" y="33"/>
                  </a:moveTo>
                  <a:cubicBezTo>
                    <a:pt x="8" y="33"/>
                    <a:pt x="0" y="26"/>
                    <a:pt x="0" y="17"/>
                  </a:cubicBezTo>
                  <a:cubicBezTo>
                    <a:pt x="0" y="8"/>
                    <a:pt x="8" y="0"/>
                    <a:pt x="17" y="0"/>
                  </a:cubicBezTo>
                  <a:cubicBezTo>
                    <a:pt x="26" y="0"/>
                    <a:pt x="33" y="8"/>
                    <a:pt x="33" y="17"/>
                  </a:cubicBezTo>
                  <a:cubicBezTo>
                    <a:pt x="33" y="26"/>
                    <a:pt x="26" y="33"/>
                    <a:pt x="17" y="33"/>
                  </a:cubicBezTo>
                  <a:close/>
                  <a:moveTo>
                    <a:pt x="17" y="4"/>
                  </a:moveTo>
                  <a:cubicBezTo>
                    <a:pt x="10" y="4"/>
                    <a:pt x="4" y="10"/>
                    <a:pt x="4" y="17"/>
                  </a:cubicBezTo>
                  <a:cubicBezTo>
                    <a:pt x="4" y="24"/>
                    <a:pt x="10" y="29"/>
                    <a:pt x="17" y="29"/>
                  </a:cubicBezTo>
                  <a:cubicBezTo>
                    <a:pt x="23" y="29"/>
                    <a:pt x="29" y="24"/>
                    <a:pt x="29" y="17"/>
                  </a:cubicBezTo>
                  <a:cubicBezTo>
                    <a:pt x="29" y="10"/>
                    <a:pt x="23" y="4"/>
                    <a:pt x="17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86" name="Freeform 24"/>
            <p:cNvSpPr>
              <a:spLocks noEditPoints="1"/>
            </p:cNvSpPr>
            <p:nvPr/>
          </p:nvSpPr>
          <p:spPr bwMode="auto">
            <a:xfrm>
              <a:off x="6667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2" y="0"/>
                    <a:pt x="40" y="9"/>
                    <a:pt x="40" y="20"/>
                  </a:cubicBezTo>
                  <a:cubicBezTo>
                    <a:pt x="40" y="31"/>
                    <a:pt x="32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2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2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87" name="Freeform 25"/>
            <p:cNvSpPr/>
            <p:nvPr/>
          </p:nvSpPr>
          <p:spPr bwMode="auto">
            <a:xfrm>
              <a:off x="0" y="3897313"/>
              <a:ext cx="133350" cy="266700"/>
            </a:xfrm>
            <a:custGeom>
              <a:avLst/>
              <a:gdLst/>
              <a:ahLst/>
              <a:cxnLst/>
              <a:rect l="0" t="0" r="r" b="b"/>
              <a:pathLst>
                <a:path w="84" h="168">
                  <a:moveTo>
                    <a:pt x="69" y="168"/>
                  </a:moveTo>
                  <a:lnTo>
                    <a:pt x="0" y="6"/>
                  </a:lnTo>
                  <a:lnTo>
                    <a:pt x="12" y="0"/>
                  </a:lnTo>
                  <a:lnTo>
                    <a:pt x="84" y="162"/>
                  </a:lnTo>
                  <a:lnTo>
                    <a:pt x="69" y="16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88" name="Freeform 26"/>
            <p:cNvSpPr>
              <a:spLocks noEditPoints="1"/>
            </p:cNvSpPr>
            <p:nvPr/>
          </p:nvSpPr>
          <p:spPr bwMode="auto">
            <a:xfrm>
              <a:off x="66675" y="4149725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89" name="Freeform 27"/>
            <p:cNvSpPr/>
            <p:nvPr/>
          </p:nvSpPr>
          <p:spPr bwMode="auto">
            <a:xfrm>
              <a:off x="0" y="1644650"/>
              <a:ext cx="133350" cy="269875"/>
            </a:xfrm>
            <a:custGeom>
              <a:avLst/>
              <a:gdLst/>
              <a:ahLst/>
              <a:cxnLst/>
              <a:rect l="0" t="0" r="r" b="b"/>
              <a:pathLst>
                <a:path w="84" h="170">
                  <a:moveTo>
                    <a:pt x="12" y="170"/>
                  </a:moveTo>
                  <a:lnTo>
                    <a:pt x="0" y="164"/>
                  </a:lnTo>
                  <a:lnTo>
                    <a:pt x="69" y="0"/>
                  </a:lnTo>
                  <a:lnTo>
                    <a:pt x="84" y="6"/>
                  </a:lnTo>
                  <a:lnTo>
                    <a:pt x="12" y="17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90" name="Freeform 28"/>
            <p:cNvSpPr>
              <a:spLocks noEditPoints="1"/>
            </p:cNvSpPr>
            <p:nvPr/>
          </p:nvSpPr>
          <p:spPr bwMode="auto">
            <a:xfrm>
              <a:off x="66675" y="146843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91" name="Freeform 29"/>
            <p:cNvSpPr/>
            <p:nvPr/>
          </p:nvSpPr>
          <p:spPr bwMode="auto">
            <a:xfrm>
              <a:off x="695325" y="4763"/>
              <a:ext cx="309563" cy="1558925"/>
            </a:xfrm>
            <a:custGeom>
              <a:avLst/>
              <a:gdLst/>
              <a:ahLst/>
              <a:cxnLst/>
              <a:rect l="0" t="0" r="r" b="b"/>
              <a:pathLst>
                <a:path w="195" h="982">
                  <a:moveTo>
                    <a:pt x="195" y="982"/>
                  </a:moveTo>
                  <a:lnTo>
                    <a:pt x="177" y="982"/>
                  </a:lnTo>
                  <a:lnTo>
                    <a:pt x="177" y="805"/>
                  </a:lnTo>
                  <a:lnTo>
                    <a:pt x="0" y="629"/>
                  </a:lnTo>
                  <a:lnTo>
                    <a:pt x="0" y="0"/>
                  </a:lnTo>
                  <a:lnTo>
                    <a:pt x="18" y="0"/>
                  </a:lnTo>
                  <a:lnTo>
                    <a:pt x="18" y="623"/>
                  </a:lnTo>
                  <a:lnTo>
                    <a:pt x="195" y="796"/>
                  </a:lnTo>
                  <a:lnTo>
                    <a:pt x="195" y="98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92" name="Freeform 30"/>
            <p:cNvSpPr>
              <a:spLocks noEditPoints="1"/>
            </p:cNvSpPr>
            <p:nvPr/>
          </p:nvSpPr>
          <p:spPr bwMode="auto">
            <a:xfrm>
              <a:off x="57150" y="48815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93" name="Freeform 31"/>
            <p:cNvSpPr/>
            <p:nvPr/>
          </p:nvSpPr>
          <p:spPr bwMode="auto">
            <a:xfrm>
              <a:off x="138113" y="5060950"/>
              <a:ext cx="304800" cy="1778000"/>
            </a:xfrm>
            <a:custGeom>
              <a:avLst/>
              <a:gdLst/>
              <a:ahLst/>
              <a:cxnLst/>
              <a:rect l="0" t="0" r="r" b="b"/>
              <a:pathLst>
                <a:path w="192" h="1120">
                  <a:moveTo>
                    <a:pt x="192" y="1120"/>
                  </a:moveTo>
                  <a:lnTo>
                    <a:pt x="177" y="1120"/>
                  </a:lnTo>
                  <a:lnTo>
                    <a:pt x="177" y="360"/>
                  </a:lnTo>
                  <a:lnTo>
                    <a:pt x="0" y="183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77"/>
                  </a:lnTo>
                  <a:lnTo>
                    <a:pt x="192" y="354"/>
                  </a:lnTo>
                  <a:lnTo>
                    <a:pt x="192" y="112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94" name="Freeform 32"/>
            <p:cNvSpPr>
              <a:spLocks noEditPoints="1"/>
            </p:cNvSpPr>
            <p:nvPr/>
          </p:nvSpPr>
          <p:spPr bwMode="auto">
            <a:xfrm>
              <a:off x="561975" y="64309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95" name="Rectangle 33"/>
            <p:cNvSpPr>
              <a:spLocks noChangeArrowheads="1"/>
            </p:cNvSpPr>
            <p:nvPr/>
          </p:nvSpPr>
          <p:spPr bwMode="auto">
            <a:xfrm>
              <a:off x="642938" y="6610350"/>
              <a:ext cx="23813" cy="242888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96" name="Freeform 34"/>
            <p:cNvSpPr>
              <a:spLocks noEditPoints="1"/>
            </p:cNvSpPr>
            <p:nvPr/>
          </p:nvSpPr>
          <p:spPr bwMode="auto">
            <a:xfrm>
              <a:off x="76200" y="64309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2" y="0"/>
                    <a:pt x="40" y="9"/>
                    <a:pt x="40" y="20"/>
                  </a:cubicBezTo>
                  <a:cubicBezTo>
                    <a:pt x="40" y="31"/>
                    <a:pt x="32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97" name="Freeform 35"/>
            <p:cNvSpPr/>
            <p:nvPr/>
          </p:nvSpPr>
          <p:spPr bwMode="auto">
            <a:xfrm>
              <a:off x="0" y="5978525"/>
              <a:ext cx="190500" cy="461963"/>
            </a:xfrm>
            <a:custGeom>
              <a:avLst/>
              <a:gdLst/>
              <a:ahLst/>
              <a:cxnLst/>
              <a:rect l="0" t="0" r="r" b="b"/>
              <a:pathLst>
                <a:path w="120" h="291">
                  <a:moveTo>
                    <a:pt x="120" y="291"/>
                  </a:moveTo>
                  <a:lnTo>
                    <a:pt x="105" y="291"/>
                  </a:lnTo>
                  <a:lnTo>
                    <a:pt x="105" y="114"/>
                  </a:lnTo>
                  <a:lnTo>
                    <a:pt x="0" y="9"/>
                  </a:lnTo>
                  <a:lnTo>
                    <a:pt x="12" y="0"/>
                  </a:lnTo>
                  <a:lnTo>
                    <a:pt x="120" y="108"/>
                  </a:lnTo>
                  <a:lnTo>
                    <a:pt x="120" y="29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98" name="Freeform 36"/>
            <p:cNvSpPr/>
            <p:nvPr/>
          </p:nvSpPr>
          <p:spPr bwMode="auto">
            <a:xfrm>
              <a:off x="1014413" y="1801813"/>
              <a:ext cx="214313" cy="755650"/>
            </a:xfrm>
            <a:custGeom>
              <a:avLst/>
              <a:gdLst/>
              <a:ahLst/>
              <a:cxnLst/>
              <a:rect l="0" t="0" r="r" b="b"/>
              <a:pathLst>
                <a:path w="135" h="476">
                  <a:moveTo>
                    <a:pt x="12" y="476"/>
                  </a:moveTo>
                  <a:lnTo>
                    <a:pt x="0" y="476"/>
                  </a:lnTo>
                  <a:lnTo>
                    <a:pt x="0" y="128"/>
                  </a:lnTo>
                  <a:lnTo>
                    <a:pt x="126" y="0"/>
                  </a:lnTo>
                  <a:lnTo>
                    <a:pt x="135" y="9"/>
                  </a:lnTo>
                  <a:lnTo>
                    <a:pt x="12" y="131"/>
                  </a:lnTo>
                  <a:lnTo>
                    <a:pt x="12" y="47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99" name="Freeform 37"/>
            <p:cNvSpPr>
              <a:spLocks noEditPoints="1"/>
            </p:cNvSpPr>
            <p:nvPr/>
          </p:nvSpPr>
          <p:spPr bwMode="auto">
            <a:xfrm>
              <a:off x="938213" y="2547938"/>
              <a:ext cx="166688" cy="160338"/>
            </a:xfrm>
            <a:custGeom>
              <a:avLst/>
              <a:gdLst/>
              <a:ahLst/>
              <a:cxnLst/>
              <a:rect l="0" t="0" r="r" b="b"/>
              <a:pathLst>
                <a:path w="35" h="34">
                  <a:moveTo>
                    <a:pt x="18" y="34"/>
                  </a:moveTo>
                  <a:cubicBezTo>
                    <a:pt x="8" y="34"/>
                    <a:pt x="0" y="26"/>
                    <a:pt x="0" y="17"/>
                  </a:cubicBezTo>
                  <a:cubicBezTo>
                    <a:pt x="0" y="7"/>
                    <a:pt x="8" y="0"/>
                    <a:pt x="18" y="0"/>
                  </a:cubicBezTo>
                  <a:cubicBezTo>
                    <a:pt x="27" y="0"/>
                    <a:pt x="35" y="7"/>
                    <a:pt x="35" y="17"/>
                  </a:cubicBezTo>
                  <a:cubicBezTo>
                    <a:pt x="35" y="26"/>
                    <a:pt x="27" y="34"/>
                    <a:pt x="18" y="34"/>
                  </a:cubicBezTo>
                  <a:close/>
                  <a:moveTo>
                    <a:pt x="18" y="4"/>
                  </a:moveTo>
                  <a:cubicBezTo>
                    <a:pt x="10" y="4"/>
                    <a:pt x="4" y="10"/>
                    <a:pt x="4" y="17"/>
                  </a:cubicBezTo>
                  <a:cubicBezTo>
                    <a:pt x="4" y="24"/>
                    <a:pt x="10" y="30"/>
                    <a:pt x="18" y="30"/>
                  </a:cubicBezTo>
                  <a:cubicBezTo>
                    <a:pt x="25" y="30"/>
                    <a:pt x="31" y="24"/>
                    <a:pt x="31" y="17"/>
                  </a:cubicBezTo>
                  <a:cubicBezTo>
                    <a:pt x="31" y="10"/>
                    <a:pt x="25" y="4"/>
                    <a:pt x="18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00" name="Freeform 38"/>
            <p:cNvSpPr/>
            <p:nvPr/>
          </p:nvSpPr>
          <p:spPr bwMode="auto">
            <a:xfrm>
              <a:off x="595313" y="4763"/>
              <a:ext cx="638175" cy="4025900"/>
            </a:xfrm>
            <a:custGeom>
              <a:avLst/>
              <a:gdLst/>
              <a:ahLst/>
              <a:cxnLst/>
              <a:rect l="0" t="0" r="r" b="b"/>
              <a:pathLst>
                <a:path w="402" h="2536">
                  <a:moveTo>
                    <a:pt x="402" y="2536"/>
                  </a:moveTo>
                  <a:lnTo>
                    <a:pt x="387" y="2536"/>
                  </a:lnTo>
                  <a:lnTo>
                    <a:pt x="387" y="2311"/>
                  </a:lnTo>
                  <a:lnTo>
                    <a:pt x="0" y="1925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916"/>
                  </a:lnTo>
                  <a:lnTo>
                    <a:pt x="402" y="2302"/>
                  </a:lnTo>
                  <a:lnTo>
                    <a:pt x="402" y="253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01" name="Freeform 39"/>
            <p:cNvSpPr/>
            <p:nvPr/>
          </p:nvSpPr>
          <p:spPr bwMode="auto">
            <a:xfrm>
              <a:off x="1223963" y="1382713"/>
              <a:ext cx="142875" cy="476250"/>
            </a:xfrm>
            <a:custGeom>
              <a:avLst/>
              <a:gdLst/>
              <a:ahLst/>
              <a:cxnLst/>
              <a:rect l="0" t="0" r="r" b="b"/>
              <a:pathLst>
                <a:path w="90" h="300">
                  <a:moveTo>
                    <a:pt x="90" y="300"/>
                  </a:moveTo>
                  <a:lnTo>
                    <a:pt x="78" y="300"/>
                  </a:lnTo>
                  <a:lnTo>
                    <a:pt x="78" y="84"/>
                  </a:lnTo>
                  <a:lnTo>
                    <a:pt x="0" y="9"/>
                  </a:lnTo>
                  <a:lnTo>
                    <a:pt x="9" y="0"/>
                  </a:lnTo>
                  <a:lnTo>
                    <a:pt x="90" y="81"/>
                  </a:lnTo>
                  <a:lnTo>
                    <a:pt x="90" y="30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02" name="Freeform 40"/>
            <p:cNvSpPr>
              <a:spLocks noEditPoints="1"/>
            </p:cNvSpPr>
            <p:nvPr/>
          </p:nvSpPr>
          <p:spPr bwMode="auto">
            <a:xfrm>
              <a:off x="1300163" y="1849438"/>
              <a:ext cx="109538" cy="107950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2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2" y="0"/>
                  </a:cubicBezTo>
                  <a:cubicBezTo>
                    <a:pt x="18" y="0"/>
                    <a:pt x="23" y="5"/>
                    <a:pt x="23" y="12"/>
                  </a:cubicBezTo>
                  <a:cubicBezTo>
                    <a:pt x="23" y="18"/>
                    <a:pt x="18" y="23"/>
                    <a:pt x="12" y="23"/>
                  </a:cubicBezTo>
                  <a:close/>
                  <a:moveTo>
                    <a:pt x="12" y="4"/>
                  </a:moveTo>
                  <a:cubicBezTo>
                    <a:pt x="8" y="4"/>
                    <a:pt x="4" y="8"/>
                    <a:pt x="4" y="12"/>
                  </a:cubicBezTo>
                  <a:cubicBezTo>
                    <a:pt x="4" y="16"/>
                    <a:pt x="8" y="19"/>
                    <a:pt x="12" y="19"/>
                  </a:cubicBezTo>
                  <a:cubicBezTo>
                    <a:pt x="16" y="19"/>
                    <a:pt x="19" y="16"/>
                    <a:pt x="19" y="12"/>
                  </a:cubicBezTo>
                  <a:cubicBezTo>
                    <a:pt x="19" y="8"/>
                    <a:pt x="16" y="4"/>
                    <a:pt x="12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03" name="Freeform 41"/>
            <p:cNvSpPr/>
            <p:nvPr/>
          </p:nvSpPr>
          <p:spPr bwMode="auto">
            <a:xfrm>
              <a:off x="280988" y="3417888"/>
              <a:ext cx="142875" cy="474663"/>
            </a:xfrm>
            <a:custGeom>
              <a:avLst/>
              <a:gdLst/>
              <a:ahLst/>
              <a:cxnLst/>
              <a:rect l="0" t="0" r="r" b="b"/>
              <a:pathLst>
                <a:path w="90" h="299">
                  <a:moveTo>
                    <a:pt x="12" y="299"/>
                  </a:moveTo>
                  <a:lnTo>
                    <a:pt x="0" y="299"/>
                  </a:lnTo>
                  <a:lnTo>
                    <a:pt x="0" y="80"/>
                  </a:lnTo>
                  <a:lnTo>
                    <a:pt x="81" y="0"/>
                  </a:lnTo>
                  <a:lnTo>
                    <a:pt x="90" y="8"/>
                  </a:lnTo>
                  <a:lnTo>
                    <a:pt x="12" y="83"/>
                  </a:lnTo>
                  <a:lnTo>
                    <a:pt x="12" y="29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04" name="Freeform 42"/>
            <p:cNvSpPr>
              <a:spLocks noEditPoints="1"/>
            </p:cNvSpPr>
            <p:nvPr/>
          </p:nvSpPr>
          <p:spPr bwMode="auto">
            <a:xfrm>
              <a:off x="238125" y="3883025"/>
              <a:ext cx="109538" cy="109538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1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1" y="0"/>
                  </a:cubicBezTo>
                  <a:cubicBezTo>
                    <a:pt x="17" y="0"/>
                    <a:pt x="23" y="5"/>
                    <a:pt x="23" y="12"/>
                  </a:cubicBezTo>
                  <a:cubicBezTo>
                    <a:pt x="23" y="18"/>
                    <a:pt x="17" y="23"/>
                    <a:pt x="11" y="23"/>
                  </a:cubicBezTo>
                  <a:close/>
                  <a:moveTo>
                    <a:pt x="11" y="4"/>
                  </a:moveTo>
                  <a:cubicBezTo>
                    <a:pt x="7" y="4"/>
                    <a:pt x="4" y="8"/>
                    <a:pt x="4" y="12"/>
                  </a:cubicBezTo>
                  <a:cubicBezTo>
                    <a:pt x="4" y="16"/>
                    <a:pt x="7" y="19"/>
                    <a:pt x="11" y="19"/>
                  </a:cubicBezTo>
                  <a:cubicBezTo>
                    <a:pt x="15" y="19"/>
                    <a:pt x="19" y="16"/>
                    <a:pt x="19" y="12"/>
                  </a:cubicBezTo>
                  <a:cubicBezTo>
                    <a:pt x="19" y="8"/>
                    <a:pt x="15" y="4"/>
                    <a:pt x="11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05" name="Freeform 43"/>
            <p:cNvSpPr/>
            <p:nvPr/>
          </p:nvSpPr>
          <p:spPr bwMode="auto">
            <a:xfrm>
              <a:off x="4763" y="2166938"/>
              <a:ext cx="114300" cy="452438"/>
            </a:xfrm>
            <a:custGeom>
              <a:avLst/>
              <a:gdLst/>
              <a:ahLst/>
              <a:cxnLst/>
              <a:rect l="0" t="0" r="r" b="b"/>
              <a:pathLst>
                <a:path w="72" h="285">
                  <a:moveTo>
                    <a:pt x="6" y="285"/>
                  </a:moveTo>
                  <a:lnTo>
                    <a:pt x="0" y="276"/>
                  </a:lnTo>
                  <a:lnTo>
                    <a:pt x="60" y="216"/>
                  </a:lnTo>
                  <a:lnTo>
                    <a:pt x="60" y="0"/>
                  </a:lnTo>
                  <a:lnTo>
                    <a:pt x="72" y="0"/>
                  </a:lnTo>
                  <a:lnTo>
                    <a:pt x="72" y="222"/>
                  </a:lnTo>
                  <a:lnTo>
                    <a:pt x="6" y="28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06" name="Freeform 44"/>
            <p:cNvSpPr>
              <a:spLocks noEditPoints="1"/>
            </p:cNvSpPr>
            <p:nvPr/>
          </p:nvSpPr>
          <p:spPr bwMode="auto">
            <a:xfrm>
              <a:off x="52388" y="2066925"/>
              <a:ext cx="109538" cy="109538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2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2" y="0"/>
                  </a:cubicBezTo>
                  <a:cubicBezTo>
                    <a:pt x="18" y="0"/>
                    <a:pt x="23" y="5"/>
                    <a:pt x="23" y="12"/>
                  </a:cubicBezTo>
                  <a:cubicBezTo>
                    <a:pt x="23" y="18"/>
                    <a:pt x="18" y="23"/>
                    <a:pt x="12" y="23"/>
                  </a:cubicBezTo>
                  <a:close/>
                  <a:moveTo>
                    <a:pt x="12" y="4"/>
                  </a:moveTo>
                  <a:cubicBezTo>
                    <a:pt x="8" y="4"/>
                    <a:pt x="4" y="8"/>
                    <a:pt x="4" y="12"/>
                  </a:cubicBezTo>
                  <a:cubicBezTo>
                    <a:pt x="4" y="16"/>
                    <a:pt x="8" y="19"/>
                    <a:pt x="12" y="19"/>
                  </a:cubicBezTo>
                  <a:cubicBezTo>
                    <a:pt x="16" y="19"/>
                    <a:pt x="19" y="16"/>
                    <a:pt x="19" y="12"/>
                  </a:cubicBezTo>
                  <a:cubicBezTo>
                    <a:pt x="19" y="8"/>
                    <a:pt x="16" y="4"/>
                    <a:pt x="12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07" name="Rectangle 45"/>
            <p:cNvSpPr>
              <a:spLocks noChangeArrowheads="1"/>
            </p:cNvSpPr>
            <p:nvPr/>
          </p:nvSpPr>
          <p:spPr bwMode="auto">
            <a:xfrm>
              <a:off x="1228725" y="4662488"/>
              <a:ext cx="23813" cy="21812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108" name="Freeform 46"/>
            <p:cNvSpPr/>
            <p:nvPr/>
          </p:nvSpPr>
          <p:spPr bwMode="auto">
            <a:xfrm>
              <a:off x="1319213" y="5041900"/>
              <a:ext cx="371475" cy="1801813"/>
            </a:xfrm>
            <a:custGeom>
              <a:avLst/>
              <a:gdLst/>
              <a:ahLst/>
              <a:cxnLst/>
              <a:rect l="0" t="0" r="r" b="b"/>
              <a:pathLst>
                <a:path w="234" h="1135">
                  <a:moveTo>
                    <a:pt x="15" y="1135"/>
                  </a:moveTo>
                  <a:lnTo>
                    <a:pt x="0" y="1135"/>
                  </a:lnTo>
                  <a:lnTo>
                    <a:pt x="0" y="515"/>
                  </a:lnTo>
                  <a:lnTo>
                    <a:pt x="0" y="512"/>
                  </a:lnTo>
                  <a:lnTo>
                    <a:pt x="219" y="0"/>
                  </a:lnTo>
                  <a:lnTo>
                    <a:pt x="234" y="6"/>
                  </a:lnTo>
                  <a:lnTo>
                    <a:pt x="15" y="518"/>
                  </a:lnTo>
                  <a:lnTo>
                    <a:pt x="15" y="113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09" name="Freeform 47"/>
            <p:cNvSpPr>
              <a:spLocks noEditPoints="1"/>
            </p:cNvSpPr>
            <p:nvPr/>
          </p:nvSpPr>
          <p:spPr bwMode="auto">
            <a:xfrm>
              <a:off x="1147763" y="44815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10" name="Freeform 48"/>
            <p:cNvSpPr/>
            <p:nvPr/>
          </p:nvSpPr>
          <p:spPr bwMode="auto">
            <a:xfrm>
              <a:off x="819150" y="3983038"/>
              <a:ext cx="347663" cy="2860675"/>
            </a:xfrm>
            <a:custGeom>
              <a:avLst/>
              <a:gdLst/>
              <a:ahLst/>
              <a:cxnLst/>
              <a:rect l="0" t="0" r="r" b="b"/>
              <a:pathLst>
                <a:path w="219" h="1802">
                  <a:moveTo>
                    <a:pt x="219" y="1802"/>
                  </a:moveTo>
                  <a:lnTo>
                    <a:pt x="201" y="1802"/>
                  </a:lnTo>
                  <a:lnTo>
                    <a:pt x="201" y="1185"/>
                  </a:lnTo>
                  <a:lnTo>
                    <a:pt x="0" y="3"/>
                  </a:lnTo>
                  <a:lnTo>
                    <a:pt x="15" y="0"/>
                  </a:lnTo>
                  <a:lnTo>
                    <a:pt x="219" y="1185"/>
                  </a:lnTo>
                  <a:lnTo>
                    <a:pt x="219" y="180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11" name="Freeform 49"/>
            <p:cNvSpPr>
              <a:spLocks noEditPoints="1"/>
            </p:cNvSpPr>
            <p:nvPr/>
          </p:nvSpPr>
          <p:spPr bwMode="auto">
            <a:xfrm>
              <a:off x="728663" y="3806825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12" name="Freeform 50"/>
            <p:cNvSpPr>
              <a:spLocks noEditPoints="1"/>
            </p:cNvSpPr>
            <p:nvPr/>
          </p:nvSpPr>
          <p:spPr bwMode="auto">
            <a:xfrm>
              <a:off x="1624013" y="4867275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13" name="Freeform 51"/>
            <p:cNvSpPr/>
            <p:nvPr/>
          </p:nvSpPr>
          <p:spPr bwMode="auto">
            <a:xfrm>
              <a:off x="1404938" y="5422900"/>
              <a:ext cx="371475" cy="1425575"/>
            </a:xfrm>
            <a:custGeom>
              <a:avLst/>
              <a:gdLst/>
              <a:ahLst/>
              <a:cxnLst/>
              <a:rect l="0" t="0" r="r" b="b"/>
              <a:pathLst>
                <a:path w="234" h="898">
                  <a:moveTo>
                    <a:pt x="18" y="898"/>
                  </a:moveTo>
                  <a:lnTo>
                    <a:pt x="0" y="898"/>
                  </a:lnTo>
                  <a:lnTo>
                    <a:pt x="0" y="515"/>
                  </a:lnTo>
                  <a:lnTo>
                    <a:pt x="0" y="512"/>
                  </a:lnTo>
                  <a:lnTo>
                    <a:pt x="222" y="0"/>
                  </a:lnTo>
                  <a:lnTo>
                    <a:pt x="234" y="6"/>
                  </a:lnTo>
                  <a:lnTo>
                    <a:pt x="18" y="518"/>
                  </a:lnTo>
                  <a:lnTo>
                    <a:pt x="18" y="89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14" name="Freeform 52"/>
            <p:cNvSpPr/>
            <p:nvPr/>
          </p:nvSpPr>
          <p:spPr bwMode="auto">
            <a:xfrm>
              <a:off x="1666875" y="5945188"/>
              <a:ext cx="152400" cy="912813"/>
            </a:xfrm>
            <a:custGeom>
              <a:avLst/>
              <a:gdLst/>
              <a:ahLst/>
              <a:cxnLst/>
              <a:rect l="0" t="0" r="r" b="b"/>
              <a:pathLst>
                <a:path w="96" h="575">
                  <a:moveTo>
                    <a:pt x="15" y="575"/>
                  </a:moveTo>
                  <a:lnTo>
                    <a:pt x="0" y="569"/>
                  </a:lnTo>
                  <a:lnTo>
                    <a:pt x="81" y="383"/>
                  </a:lnTo>
                  <a:lnTo>
                    <a:pt x="81" y="0"/>
                  </a:lnTo>
                  <a:lnTo>
                    <a:pt x="96" y="0"/>
                  </a:lnTo>
                  <a:lnTo>
                    <a:pt x="96" y="386"/>
                  </a:lnTo>
                  <a:lnTo>
                    <a:pt x="15" y="57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15" name="Freeform 53"/>
            <p:cNvSpPr>
              <a:spLocks noEditPoints="1"/>
            </p:cNvSpPr>
            <p:nvPr/>
          </p:nvSpPr>
          <p:spPr bwMode="auto">
            <a:xfrm>
              <a:off x="1709738" y="52466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16" name="Freeform 54"/>
            <p:cNvSpPr>
              <a:spLocks noEditPoints="1"/>
            </p:cNvSpPr>
            <p:nvPr/>
          </p:nvSpPr>
          <p:spPr bwMode="auto">
            <a:xfrm>
              <a:off x="1709738" y="57642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17" name="Freeform 55"/>
            <p:cNvSpPr/>
            <p:nvPr/>
          </p:nvSpPr>
          <p:spPr bwMode="auto">
            <a:xfrm>
              <a:off x="1766888" y="6330950"/>
              <a:ext cx="419100" cy="527050"/>
            </a:xfrm>
            <a:custGeom>
              <a:avLst/>
              <a:gdLst/>
              <a:ahLst/>
              <a:cxnLst/>
              <a:rect l="0" t="0" r="r" b="b"/>
              <a:pathLst>
                <a:path w="264" h="332">
                  <a:moveTo>
                    <a:pt x="12" y="332"/>
                  </a:moveTo>
                  <a:lnTo>
                    <a:pt x="0" y="326"/>
                  </a:lnTo>
                  <a:lnTo>
                    <a:pt x="45" y="206"/>
                  </a:lnTo>
                  <a:lnTo>
                    <a:pt x="255" y="0"/>
                  </a:lnTo>
                  <a:lnTo>
                    <a:pt x="264" y="12"/>
                  </a:lnTo>
                  <a:lnTo>
                    <a:pt x="60" y="215"/>
                  </a:lnTo>
                  <a:lnTo>
                    <a:pt x="12" y="33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18" name="Freeform 56"/>
            <p:cNvSpPr>
              <a:spLocks noEditPoints="1"/>
            </p:cNvSpPr>
            <p:nvPr/>
          </p:nvSpPr>
          <p:spPr bwMode="auto">
            <a:xfrm>
              <a:off x="2147888" y="6221413"/>
              <a:ext cx="157163" cy="147638"/>
            </a:xfrm>
            <a:custGeom>
              <a:avLst/>
              <a:gdLst/>
              <a:ahLst/>
              <a:cxnLst/>
              <a:rect l="0" t="0" r="r" b="b"/>
              <a:pathLst>
                <a:path w="33" h="31">
                  <a:moveTo>
                    <a:pt x="16" y="31"/>
                  </a:moveTo>
                  <a:cubicBezTo>
                    <a:pt x="12" y="31"/>
                    <a:pt x="8" y="29"/>
                    <a:pt x="5" y="26"/>
                  </a:cubicBezTo>
                  <a:cubicBezTo>
                    <a:pt x="2" y="24"/>
                    <a:pt x="0" y="20"/>
                    <a:pt x="0" y="15"/>
                  </a:cubicBezTo>
                  <a:cubicBezTo>
                    <a:pt x="0" y="11"/>
                    <a:pt x="2" y="7"/>
                    <a:pt x="5" y="4"/>
                  </a:cubicBezTo>
                  <a:cubicBezTo>
                    <a:pt x="8" y="1"/>
                    <a:pt x="12" y="0"/>
                    <a:pt x="16" y="0"/>
                  </a:cubicBezTo>
                  <a:cubicBezTo>
                    <a:pt x="20" y="0"/>
                    <a:pt x="24" y="1"/>
                    <a:pt x="27" y="4"/>
                  </a:cubicBezTo>
                  <a:cubicBezTo>
                    <a:pt x="33" y="10"/>
                    <a:pt x="33" y="20"/>
                    <a:pt x="27" y="26"/>
                  </a:cubicBezTo>
                  <a:cubicBezTo>
                    <a:pt x="24" y="29"/>
                    <a:pt x="20" y="31"/>
                    <a:pt x="16" y="31"/>
                  </a:cubicBezTo>
                  <a:close/>
                  <a:moveTo>
                    <a:pt x="16" y="4"/>
                  </a:moveTo>
                  <a:cubicBezTo>
                    <a:pt x="13" y="4"/>
                    <a:pt x="10" y="5"/>
                    <a:pt x="8" y="7"/>
                  </a:cubicBezTo>
                  <a:cubicBezTo>
                    <a:pt x="6" y="9"/>
                    <a:pt x="4" y="12"/>
                    <a:pt x="4" y="15"/>
                  </a:cubicBezTo>
                  <a:cubicBezTo>
                    <a:pt x="4" y="19"/>
                    <a:pt x="6" y="21"/>
                    <a:pt x="8" y="24"/>
                  </a:cubicBezTo>
                  <a:cubicBezTo>
                    <a:pt x="10" y="26"/>
                    <a:pt x="13" y="27"/>
                    <a:pt x="16" y="27"/>
                  </a:cubicBezTo>
                  <a:cubicBezTo>
                    <a:pt x="19" y="27"/>
                    <a:pt x="22" y="26"/>
                    <a:pt x="24" y="24"/>
                  </a:cubicBezTo>
                  <a:cubicBezTo>
                    <a:pt x="29" y="19"/>
                    <a:pt x="29" y="12"/>
                    <a:pt x="24" y="7"/>
                  </a:cubicBezTo>
                  <a:cubicBezTo>
                    <a:pt x="22" y="5"/>
                    <a:pt x="19" y="4"/>
                    <a:pt x="16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19" name="Freeform 57"/>
            <p:cNvSpPr/>
            <p:nvPr/>
          </p:nvSpPr>
          <p:spPr bwMode="auto">
            <a:xfrm>
              <a:off x="504825" y="9525"/>
              <a:ext cx="233363" cy="5103813"/>
            </a:xfrm>
            <a:custGeom>
              <a:avLst/>
              <a:gdLst/>
              <a:ahLst/>
              <a:cxnLst/>
              <a:rect l="0" t="0" r="r" b="b"/>
              <a:pathLst>
                <a:path w="147" h="3215">
                  <a:moveTo>
                    <a:pt x="132" y="3215"/>
                  </a:moveTo>
                  <a:lnTo>
                    <a:pt x="129" y="2754"/>
                  </a:lnTo>
                  <a:lnTo>
                    <a:pt x="0" y="1901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898"/>
                  </a:lnTo>
                  <a:lnTo>
                    <a:pt x="144" y="2754"/>
                  </a:lnTo>
                  <a:lnTo>
                    <a:pt x="147" y="3215"/>
                  </a:lnTo>
                  <a:lnTo>
                    <a:pt x="132" y="321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20" name="Freeform 58"/>
            <p:cNvSpPr>
              <a:spLocks noEditPoints="1"/>
            </p:cNvSpPr>
            <p:nvPr/>
          </p:nvSpPr>
          <p:spPr bwMode="auto">
            <a:xfrm>
              <a:off x="633413" y="5103813"/>
              <a:ext cx="185738" cy="185738"/>
            </a:xfrm>
            <a:custGeom>
              <a:avLst/>
              <a:gdLst/>
              <a:ahLst/>
              <a:cxnLst/>
              <a:rect l="0" t="0" r="r" b="b"/>
              <a:pathLst>
                <a:path w="39" h="39">
                  <a:moveTo>
                    <a:pt x="20" y="39"/>
                  </a:moveTo>
                  <a:cubicBezTo>
                    <a:pt x="9" y="39"/>
                    <a:pt x="0" y="30"/>
                    <a:pt x="0" y="19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0" y="0"/>
                    <a:pt x="39" y="9"/>
                    <a:pt x="39" y="19"/>
                  </a:cubicBezTo>
                  <a:cubicBezTo>
                    <a:pt x="39" y="30"/>
                    <a:pt x="30" y="39"/>
                    <a:pt x="20" y="39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19"/>
                  </a:cubicBezTo>
                  <a:cubicBezTo>
                    <a:pt x="4" y="28"/>
                    <a:pt x="11" y="35"/>
                    <a:pt x="20" y="35"/>
                  </a:cubicBezTo>
                  <a:cubicBezTo>
                    <a:pt x="28" y="35"/>
                    <a:pt x="35" y="28"/>
                    <a:pt x="35" y="19"/>
                  </a:cubicBezTo>
                  <a:cubicBezTo>
                    <a:pt x="35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900238" y="1122363"/>
            <a:ext cx="6593681" cy="2387600"/>
          </a:xfrm>
        </p:spPr>
        <p:txBody>
          <a:bodyPr anchor="b">
            <a:normAutofit/>
          </a:bodyPr>
          <a:lstStyle>
            <a:lvl1pPr algn="l"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900238" y="3602038"/>
            <a:ext cx="6593681" cy="1655762"/>
          </a:xfrm>
        </p:spPr>
        <p:txBody>
          <a:bodyPr>
            <a:normAutofit/>
          </a:bodyPr>
          <a:lstStyle>
            <a:lvl1pPr marL="0" indent="0" algn="l">
              <a:buNone/>
              <a:defRPr sz="2000" cap="all" baseline="0">
                <a:solidFill>
                  <a:schemeClr val="tx2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5801052" y="5410202"/>
            <a:ext cx="2057400" cy="365125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4/6/2026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900237" y="5410202"/>
            <a:ext cx="3843665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7915603" y="5410200"/>
            <a:ext cx="578317" cy="365125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6606066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Title 1"/>
          <p:cNvSpPr>
            <a:spLocks noGrp="1"/>
          </p:cNvSpPr>
          <p:nvPr>
            <p:ph type="title"/>
          </p:nvPr>
        </p:nvSpPr>
        <p:spPr>
          <a:xfrm>
            <a:off x="856060" y="618518"/>
            <a:ext cx="7429499" cy="147857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8" name="Content Placeholder 2"/>
          <p:cNvSpPr>
            <a:spLocks noGrp="1"/>
          </p:cNvSpPr>
          <p:nvPr>
            <p:ph idx="1"/>
          </p:nvPr>
        </p:nvSpPr>
        <p:spPr>
          <a:xfrm>
            <a:off x="856060" y="2249487"/>
            <a:ext cx="7429499" cy="354171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9" name="Date Placeholder 3"/>
          <p:cNvSpPr>
            <a:spLocks noGrp="1"/>
          </p:cNvSpPr>
          <p:nvPr>
            <p:ph type="dt" sz="half" idx="10"/>
          </p:nvPr>
        </p:nvSpPr>
        <p:spPr>
          <a:xfrm>
            <a:off x="5592691" y="5883277"/>
            <a:ext cx="2057400" cy="365125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4/6/2026</a:t>
            </a:fld>
            <a:endParaRPr lang="en-US"/>
          </a:p>
        </p:txBody>
      </p:sp>
      <p:sp>
        <p:nvSpPr>
          <p:cNvPr id="50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856059" y="5883276"/>
            <a:ext cx="4679482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51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7707241" y="5883275"/>
            <a:ext cx="578317" cy="365125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0223343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56058" y="1419227"/>
            <a:ext cx="7429500" cy="2852737"/>
          </a:xfrm>
        </p:spPr>
        <p:txBody>
          <a:bodyPr anchor="b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56058" y="4424362"/>
            <a:ext cx="7429500" cy="1374776"/>
          </a:xfrm>
        </p:spPr>
        <p:txBody>
          <a:bodyPr>
            <a:normAutofit/>
          </a:bodyPr>
          <a:lstStyle>
            <a:lvl1pPr marL="0" indent="0">
              <a:buNone/>
              <a:defRPr sz="1800" cap="all" baseline="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1052094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56058" y="2249486"/>
            <a:ext cx="3658792" cy="354171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1" y="2249486"/>
            <a:ext cx="3656408" cy="354171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7291792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56058" y="619127"/>
            <a:ext cx="7429500" cy="1477961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78902" y="2249486"/>
            <a:ext cx="3435949" cy="823912"/>
          </a:xfrm>
        </p:spPr>
        <p:txBody>
          <a:bodyPr anchor="b"/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56058" y="3073398"/>
            <a:ext cx="3658793" cy="271780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851992" y="2249485"/>
            <a:ext cx="3433565" cy="823912"/>
          </a:xfrm>
        </p:spPr>
        <p:txBody>
          <a:bodyPr anchor="b"/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3073398"/>
            <a:ext cx="3656408" cy="271780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4/6/2026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8464279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4/6/2026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605701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4/6/2026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8857542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0029" y="609601"/>
            <a:ext cx="2892028" cy="1639884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67150" y="592666"/>
            <a:ext cx="4418407" cy="5198534"/>
          </a:xfrm>
        </p:spPr>
        <p:txBody>
          <a:bodyPr anchor="ctr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60029" y="2249486"/>
            <a:ext cx="2892028" cy="3541714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939428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56061" y="609600"/>
            <a:ext cx="3753962" cy="1639886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4832866" y="609600"/>
            <a:ext cx="3452693" cy="5181602"/>
          </a:xfrm>
          <a:prstGeom prst="round2DiagRect">
            <a:avLst>
              <a:gd name="adj1" fmla="val 6074"/>
              <a:gd name="adj2" fmla="val 0"/>
            </a:avLst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defRPr lang="en-US" sz="3200"/>
            </a:lvl1pPr>
          </a:lstStyle>
          <a:p>
            <a:pPr marL="0" lvl="0" indent="0">
              <a:buNone/>
            </a:pPr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56059" y="2249486"/>
            <a:ext cx="3753964" cy="3541714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3789189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56058" y="4304665"/>
            <a:ext cx="7434266" cy="819355"/>
          </a:xfrm>
        </p:spPr>
        <p:txBody>
          <a:bodyPr anchor="b">
            <a:normAutofit/>
          </a:bodyPr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856058" y="606426"/>
            <a:ext cx="7434266" cy="3299778"/>
          </a:xfrm>
          <a:prstGeom prst="round2DiagRect">
            <a:avLst>
              <a:gd name="adj1" fmla="val 5101"/>
              <a:gd name="adj2" fmla="val 0"/>
            </a:avLst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3200"/>
            </a:lvl1pPr>
          </a:lstStyle>
          <a:p>
            <a:pPr marL="0" lvl="0" indent="0">
              <a:buNone/>
            </a:pPr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56024" y="5124020"/>
            <a:ext cx="7433144" cy="682472"/>
          </a:xfrm>
        </p:spPr>
        <p:txBody>
          <a:bodyPr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919560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56093" y="609600"/>
            <a:ext cx="7429466" cy="3429000"/>
          </a:xfrm>
        </p:spPr>
        <p:txBody>
          <a:bodyPr anchor="ctr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56058" y="4419600"/>
            <a:ext cx="7428344" cy="1371599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2962973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84659" y="609600"/>
            <a:ext cx="6977064" cy="2748429"/>
          </a:xfrm>
        </p:spPr>
        <p:txBody>
          <a:bodyPr anchor="ctr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290484" y="3365557"/>
            <a:ext cx="6564224" cy="54896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56058" y="4309919"/>
            <a:ext cx="7429502" cy="1489496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52" name="TextBox 51"/>
          <p:cNvSpPr txBox="1"/>
          <p:nvPr/>
        </p:nvSpPr>
        <p:spPr>
          <a:xfrm>
            <a:off x="696579" y="718458"/>
            <a:ext cx="4572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  <a:latin typeface="+mj-lt"/>
                <a:ea typeface="+mj-ea"/>
                <a:cs typeface="Trebuchet MS"/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7817473" y="2764972"/>
            <a:ext cx="4572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  <a:latin typeface="+mj-lt"/>
                <a:ea typeface="+mj-ea"/>
                <a:cs typeface="Trebuchet MS"/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862751667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56058" y="2134042"/>
            <a:ext cx="7429501" cy="2511835"/>
          </a:xfrm>
        </p:spPr>
        <p:txBody>
          <a:bodyPr anchor="b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56023" y="4657655"/>
            <a:ext cx="7428379" cy="1140644"/>
          </a:xfrm>
        </p:spPr>
        <p:txBody>
          <a:bodyPr anchor="t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5438021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856060" y="609600"/>
            <a:ext cx="7429499" cy="19050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856058" y="2674463"/>
            <a:ext cx="2397674" cy="685800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856059" y="3360263"/>
            <a:ext cx="2396432" cy="2430936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386075" y="2677635"/>
            <a:ext cx="2388289" cy="685800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3386075" y="3363435"/>
            <a:ext cx="2388958" cy="2430936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5889332" y="2674463"/>
            <a:ext cx="2396226" cy="685800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5889332" y="3360263"/>
            <a:ext cx="2396226" cy="2430936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4/6/2026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0517521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856059" y="609600"/>
            <a:ext cx="7429499" cy="19050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856060" y="4404596"/>
            <a:ext cx="2396430" cy="576262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856060" y="2666998"/>
            <a:ext cx="2396430" cy="1524000"/>
          </a:xfrm>
          <a:prstGeom prst="round2DiagRect">
            <a:avLst/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1800" dirty="0"/>
            </a:lvl1pPr>
          </a:lstStyle>
          <a:p>
            <a:pPr marL="0" lvl="0" indent="0">
              <a:buNone/>
            </a:pPr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856060" y="4980859"/>
            <a:ext cx="2396430" cy="81784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366790" y="4404596"/>
            <a:ext cx="2400300" cy="576262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3366790" y="2666998"/>
            <a:ext cx="2399205" cy="1524000"/>
          </a:xfrm>
          <a:prstGeom prst="round2DiagRect">
            <a:avLst/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1800" dirty="0"/>
            </a:lvl1pPr>
          </a:lstStyle>
          <a:p>
            <a:pPr marL="0" lvl="0" indent="0">
              <a:buNone/>
            </a:pPr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3365695" y="4980857"/>
            <a:ext cx="2400300" cy="81034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5889426" y="4404595"/>
            <a:ext cx="2393056" cy="576262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5889332" y="2666998"/>
            <a:ext cx="2396227" cy="1524000"/>
          </a:xfrm>
          <a:prstGeom prst="round2DiagRect">
            <a:avLst/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1800" dirty="0"/>
            </a:lvl1pPr>
          </a:lstStyle>
          <a:p>
            <a:pPr marL="0" lvl="0" indent="0">
              <a:buNone/>
            </a:pPr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5889332" y="4980855"/>
            <a:ext cx="2396226" cy="810345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4/6/2026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cap="all" baseline="0"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43204344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08209168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781801" y="609600"/>
            <a:ext cx="1503758" cy="5181601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56057" y="609600"/>
            <a:ext cx="5811443" cy="5181601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468271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2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2" descr="\\DROBO-FS\QuickDrops\JB\PPTX NG\Droplets\LightingOverlay.png"/>
          <p:cNvPicPr>
            <a:picLocks noChangeAspect="1" noChangeArrowheads="1"/>
          </p:cNvPicPr>
          <p:nvPr/>
        </p:nvPicPr>
        <p:blipFill>
          <a:blip r:embed="rId19">
            <a:alphaModFix amt="30000"/>
            <a:duotone>
              <a:schemeClr val="bg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" y="-1"/>
            <a:ext cx="9144002" cy="68580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</p:pic>
      <p:grpSp>
        <p:nvGrpSpPr>
          <p:cNvPr id="8" name="Group 7"/>
          <p:cNvGrpSpPr/>
          <p:nvPr/>
        </p:nvGrpSpPr>
        <p:grpSpPr>
          <a:xfrm>
            <a:off x="-14288" y="0"/>
            <a:ext cx="9041774" cy="6858001"/>
            <a:chOff x="-14288" y="0"/>
            <a:chExt cx="9041774" cy="6858001"/>
          </a:xfrm>
        </p:grpSpPr>
        <p:grpSp>
          <p:nvGrpSpPr>
            <p:cNvPr id="9" name="Group 8"/>
            <p:cNvGrpSpPr/>
            <p:nvPr/>
          </p:nvGrpSpPr>
          <p:grpSpPr>
            <a:xfrm>
              <a:off x="-14288" y="0"/>
              <a:ext cx="1220788" cy="6858001"/>
              <a:chOff x="-14288" y="0"/>
              <a:chExt cx="1220788" cy="6858001"/>
            </a:xfrm>
            <a:gradFill flip="none" rotWithShape="1">
              <a:gsLst>
                <a:gs pos="0">
                  <a:schemeClr val="tx2"/>
                </a:gs>
                <a:gs pos="100000">
                  <a:schemeClr val="bg2">
                    <a:lumMod val="60000"/>
                    <a:lumOff val="40000"/>
                  </a:schemeClr>
                </a:gs>
              </a:gsLst>
              <a:lin ang="5400000" scaled="0"/>
              <a:tileRect/>
            </a:gradFill>
          </p:grpSpPr>
          <p:sp>
            <p:nvSpPr>
              <p:cNvPr id="21" name="Rectangle 5"/>
              <p:cNvSpPr>
                <a:spLocks noChangeArrowheads="1"/>
              </p:cNvSpPr>
              <p:nvPr/>
            </p:nvSpPr>
            <p:spPr bwMode="auto">
              <a:xfrm>
                <a:off x="114300" y="4763"/>
                <a:ext cx="23813" cy="2181225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sp>
          <p:sp>
            <p:nvSpPr>
              <p:cNvPr id="22" name="Freeform 6"/>
              <p:cNvSpPr>
                <a:spLocks noEditPoints="1"/>
              </p:cNvSpPr>
              <p:nvPr/>
            </p:nvSpPr>
            <p:spPr bwMode="auto">
              <a:xfrm>
                <a:off x="33337" y="217646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11"/>
                      <a:pt x="28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3" name="Freeform 7"/>
              <p:cNvSpPr>
                <a:spLocks noEditPoints="1"/>
              </p:cNvSpPr>
              <p:nvPr/>
            </p:nvSpPr>
            <p:spPr bwMode="auto">
              <a:xfrm>
                <a:off x="28575" y="4021138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4" name="Freeform 8"/>
              <p:cNvSpPr/>
              <p:nvPr/>
            </p:nvSpPr>
            <p:spPr bwMode="auto">
              <a:xfrm>
                <a:off x="200025" y="4763"/>
                <a:ext cx="369888" cy="1811338"/>
              </a:xfrm>
              <a:custGeom>
                <a:avLst/>
                <a:gdLst/>
                <a:ahLst/>
                <a:cxnLst/>
                <a:rect l="0" t="0" r="r" b="b"/>
                <a:pathLst>
                  <a:path w="233" h="1141">
                    <a:moveTo>
                      <a:pt x="218" y="1141"/>
                    </a:moveTo>
                    <a:lnTo>
                      <a:pt x="0" y="626"/>
                    </a:lnTo>
                    <a:lnTo>
                      <a:pt x="0" y="0"/>
                    </a:lnTo>
                    <a:lnTo>
                      <a:pt x="15" y="0"/>
                    </a:lnTo>
                    <a:lnTo>
                      <a:pt x="15" y="623"/>
                    </a:lnTo>
                    <a:lnTo>
                      <a:pt x="233" y="1135"/>
                    </a:lnTo>
                    <a:lnTo>
                      <a:pt x="218" y="1141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5" name="Freeform 9"/>
              <p:cNvSpPr>
                <a:spLocks noEditPoints="1"/>
              </p:cNvSpPr>
              <p:nvPr/>
            </p:nvSpPr>
            <p:spPr bwMode="auto">
              <a:xfrm>
                <a:off x="503237" y="1801813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3" y="0"/>
                      <a:pt x="40" y="6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9"/>
                      <a:pt x="31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6" name="Freeform 10"/>
              <p:cNvSpPr/>
              <p:nvPr/>
            </p:nvSpPr>
            <p:spPr bwMode="auto">
              <a:xfrm>
                <a:off x="285750" y="4763"/>
                <a:ext cx="369888" cy="1430338"/>
              </a:xfrm>
              <a:custGeom>
                <a:avLst/>
                <a:gdLst/>
                <a:ahLst/>
                <a:cxnLst/>
                <a:rect l="0" t="0" r="r" b="b"/>
                <a:pathLst>
                  <a:path w="233" h="901">
                    <a:moveTo>
                      <a:pt x="221" y="901"/>
                    </a:moveTo>
                    <a:lnTo>
                      <a:pt x="0" y="383"/>
                    </a:lnTo>
                    <a:lnTo>
                      <a:pt x="0" y="0"/>
                    </a:lnTo>
                    <a:lnTo>
                      <a:pt x="18" y="0"/>
                    </a:lnTo>
                    <a:lnTo>
                      <a:pt x="18" y="380"/>
                    </a:lnTo>
                    <a:lnTo>
                      <a:pt x="233" y="895"/>
                    </a:lnTo>
                    <a:lnTo>
                      <a:pt x="221" y="901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7" name="Freeform 11"/>
              <p:cNvSpPr/>
              <p:nvPr/>
            </p:nvSpPr>
            <p:spPr bwMode="auto">
              <a:xfrm>
                <a:off x="546100" y="0"/>
                <a:ext cx="152400" cy="912813"/>
              </a:xfrm>
              <a:custGeom>
                <a:avLst/>
                <a:gdLst/>
                <a:ahLst/>
                <a:cxnLst/>
                <a:rect l="0" t="0" r="r" b="b"/>
                <a:pathLst>
                  <a:path w="96" h="575">
                    <a:moveTo>
                      <a:pt x="96" y="575"/>
                    </a:moveTo>
                    <a:lnTo>
                      <a:pt x="78" y="575"/>
                    </a:lnTo>
                    <a:lnTo>
                      <a:pt x="78" y="192"/>
                    </a:lnTo>
                    <a:lnTo>
                      <a:pt x="0" y="6"/>
                    </a:lnTo>
                    <a:lnTo>
                      <a:pt x="15" y="0"/>
                    </a:lnTo>
                    <a:lnTo>
                      <a:pt x="96" y="189"/>
                    </a:lnTo>
                    <a:lnTo>
                      <a:pt x="96" y="57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8" name="Freeform 12"/>
              <p:cNvSpPr>
                <a:spLocks noEditPoints="1"/>
              </p:cNvSpPr>
              <p:nvPr/>
            </p:nvSpPr>
            <p:spPr bwMode="auto">
              <a:xfrm>
                <a:off x="588962" y="14208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3" y="0"/>
                      <a:pt x="40" y="7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9"/>
                      <a:pt x="31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9" name="Freeform 13"/>
              <p:cNvSpPr>
                <a:spLocks noEditPoints="1"/>
              </p:cNvSpPr>
              <p:nvPr/>
            </p:nvSpPr>
            <p:spPr bwMode="auto">
              <a:xfrm>
                <a:off x="588962" y="903288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0" name="Freeform 14"/>
              <p:cNvSpPr/>
              <p:nvPr/>
            </p:nvSpPr>
            <p:spPr bwMode="auto">
              <a:xfrm>
                <a:off x="641350" y="0"/>
                <a:ext cx="422275" cy="527050"/>
              </a:xfrm>
              <a:custGeom>
                <a:avLst/>
                <a:gdLst/>
                <a:ahLst/>
                <a:cxnLst/>
                <a:rect l="0" t="0" r="r" b="b"/>
                <a:pathLst>
                  <a:path w="266" h="332">
                    <a:moveTo>
                      <a:pt x="257" y="332"/>
                    </a:moveTo>
                    <a:lnTo>
                      <a:pt x="48" y="123"/>
                    </a:lnTo>
                    <a:lnTo>
                      <a:pt x="0" y="6"/>
                    </a:lnTo>
                    <a:lnTo>
                      <a:pt x="15" y="0"/>
                    </a:lnTo>
                    <a:lnTo>
                      <a:pt x="63" y="114"/>
                    </a:lnTo>
                    <a:lnTo>
                      <a:pt x="266" y="320"/>
                    </a:lnTo>
                    <a:lnTo>
                      <a:pt x="257" y="332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1" name="Freeform 15"/>
              <p:cNvSpPr>
                <a:spLocks noEditPoints="1"/>
              </p:cNvSpPr>
              <p:nvPr/>
            </p:nvSpPr>
            <p:spPr bwMode="auto">
              <a:xfrm>
                <a:off x="1020762" y="488950"/>
                <a:ext cx="161925" cy="147638"/>
              </a:xfrm>
              <a:custGeom>
                <a:avLst/>
                <a:gdLst/>
                <a:ahLst/>
                <a:cxnLst/>
                <a:rect l="0" t="0" r="r" b="b"/>
                <a:pathLst>
                  <a:path w="34" h="31">
                    <a:moveTo>
                      <a:pt x="17" y="31"/>
                    </a:moveTo>
                    <a:cubicBezTo>
                      <a:pt x="13" y="31"/>
                      <a:pt x="9" y="30"/>
                      <a:pt x="6" y="27"/>
                    </a:cubicBezTo>
                    <a:cubicBezTo>
                      <a:pt x="0" y="20"/>
                      <a:pt x="0" y="10"/>
                      <a:pt x="6" y="4"/>
                    </a:cubicBezTo>
                    <a:cubicBezTo>
                      <a:pt x="9" y="1"/>
                      <a:pt x="13" y="0"/>
                      <a:pt x="17" y="0"/>
                    </a:cubicBezTo>
                    <a:cubicBezTo>
                      <a:pt x="21" y="0"/>
                      <a:pt x="25" y="1"/>
                      <a:pt x="28" y="4"/>
                    </a:cubicBezTo>
                    <a:cubicBezTo>
                      <a:pt x="34" y="10"/>
                      <a:pt x="34" y="20"/>
                      <a:pt x="28" y="27"/>
                    </a:cubicBezTo>
                    <a:cubicBezTo>
                      <a:pt x="25" y="30"/>
                      <a:pt x="21" y="31"/>
                      <a:pt x="17" y="31"/>
                    </a:cubicBezTo>
                    <a:close/>
                    <a:moveTo>
                      <a:pt x="17" y="4"/>
                    </a:moveTo>
                    <a:cubicBezTo>
                      <a:pt x="14" y="4"/>
                      <a:pt x="11" y="5"/>
                      <a:pt x="9" y="7"/>
                    </a:cubicBezTo>
                    <a:cubicBezTo>
                      <a:pt x="4" y="12"/>
                      <a:pt x="4" y="19"/>
                      <a:pt x="9" y="24"/>
                    </a:cubicBezTo>
                    <a:cubicBezTo>
                      <a:pt x="11" y="26"/>
                      <a:pt x="14" y="27"/>
                      <a:pt x="17" y="27"/>
                    </a:cubicBezTo>
                    <a:cubicBezTo>
                      <a:pt x="20" y="27"/>
                      <a:pt x="23" y="26"/>
                      <a:pt x="25" y="24"/>
                    </a:cubicBezTo>
                    <a:cubicBezTo>
                      <a:pt x="30" y="19"/>
                      <a:pt x="30" y="12"/>
                      <a:pt x="25" y="7"/>
                    </a:cubicBezTo>
                    <a:cubicBezTo>
                      <a:pt x="23" y="5"/>
                      <a:pt x="20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2" name="Line 16"/>
              <p:cNvSpPr>
                <a:spLocks noChangeShapeType="1"/>
              </p:cNvSpPr>
              <p:nvPr/>
            </p:nvSpPr>
            <p:spPr bwMode="auto">
              <a:xfrm>
                <a:off x="-4763" y="9525"/>
                <a:ext cx="0" cy="0"/>
              </a:xfrm>
              <a:prstGeom prst="line">
                <a:avLst/>
              </a:prstGeom>
              <a:grpFill/>
              <a:ln w="15" cap="flat">
                <a:solidFill>
                  <a:srgbClr val="FFFFFF"/>
                </a:solidFill>
                <a:prstDash val="solid"/>
                <a:miter lim="800000"/>
                <a:headEnd/>
                <a:tailEnd/>
              </a:ln>
            </p:spPr>
          </p:sp>
          <p:sp>
            <p:nvSpPr>
              <p:cNvPr id="33" name="Freeform 17"/>
              <p:cNvSpPr/>
              <p:nvPr/>
            </p:nvSpPr>
            <p:spPr bwMode="auto">
              <a:xfrm>
                <a:off x="9525" y="1801813"/>
                <a:ext cx="123825" cy="127000"/>
              </a:xfrm>
              <a:custGeom>
                <a:avLst/>
                <a:gdLst/>
                <a:ahLst/>
                <a:cxnLst/>
                <a:rect l="0" t="0" r="r" b="b"/>
                <a:pathLst>
                  <a:path w="78" h="80">
                    <a:moveTo>
                      <a:pt x="6" y="80"/>
                    </a:moveTo>
                    <a:lnTo>
                      <a:pt x="0" y="71"/>
                    </a:lnTo>
                    <a:lnTo>
                      <a:pt x="69" y="0"/>
                    </a:lnTo>
                    <a:lnTo>
                      <a:pt x="78" y="9"/>
                    </a:lnTo>
                    <a:lnTo>
                      <a:pt x="6" y="8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4" name="Freeform 18"/>
              <p:cNvSpPr/>
              <p:nvPr/>
            </p:nvSpPr>
            <p:spPr bwMode="auto">
              <a:xfrm>
                <a:off x="-9525" y="3549650"/>
                <a:ext cx="147638" cy="481013"/>
              </a:xfrm>
              <a:custGeom>
                <a:avLst/>
                <a:gdLst/>
                <a:ahLst/>
                <a:cxnLst/>
                <a:rect l="0" t="0" r="r" b="b"/>
                <a:pathLst>
                  <a:path w="93" h="303">
                    <a:moveTo>
                      <a:pt x="93" y="303"/>
                    </a:moveTo>
                    <a:lnTo>
                      <a:pt x="78" y="303"/>
                    </a:lnTo>
                    <a:lnTo>
                      <a:pt x="78" y="78"/>
                    </a:lnTo>
                    <a:lnTo>
                      <a:pt x="0" y="12"/>
                    </a:lnTo>
                    <a:lnTo>
                      <a:pt x="12" y="0"/>
                    </a:lnTo>
                    <a:lnTo>
                      <a:pt x="93" y="69"/>
                    </a:lnTo>
                    <a:lnTo>
                      <a:pt x="93" y="30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5" name="Freeform 19"/>
              <p:cNvSpPr/>
              <p:nvPr/>
            </p:nvSpPr>
            <p:spPr bwMode="auto">
              <a:xfrm>
                <a:off x="128587" y="1382713"/>
                <a:ext cx="142875" cy="476250"/>
              </a:xfrm>
              <a:custGeom>
                <a:avLst/>
                <a:gdLst/>
                <a:ahLst/>
                <a:cxnLst/>
                <a:rect l="0" t="0" r="r" b="b"/>
                <a:pathLst>
                  <a:path w="90" h="300">
                    <a:moveTo>
                      <a:pt x="90" y="300"/>
                    </a:moveTo>
                    <a:lnTo>
                      <a:pt x="78" y="300"/>
                    </a:lnTo>
                    <a:lnTo>
                      <a:pt x="78" y="84"/>
                    </a:lnTo>
                    <a:lnTo>
                      <a:pt x="0" y="9"/>
                    </a:lnTo>
                    <a:lnTo>
                      <a:pt x="9" y="0"/>
                    </a:lnTo>
                    <a:lnTo>
                      <a:pt x="90" y="81"/>
                    </a:lnTo>
                    <a:lnTo>
                      <a:pt x="90" y="30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6" name="Freeform 20"/>
              <p:cNvSpPr>
                <a:spLocks noEditPoints="1"/>
              </p:cNvSpPr>
              <p:nvPr/>
            </p:nvSpPr>
            <p:spPr bwMode="auto">
              <a:xfrm>
                <a:off x="204787" y="1849438"/>
                <a:ext cx="114300" cy="107950"/>
              </a:xfrm>
              <a:custGeom>
                <a:avLst/>
                <a:gdLst/>
                <a:ahLst/>
                <a:cxnLst/>
                <a:rect l="0" t="0" r="r" b="b"/>
                <a:pathLst>
                  <a:path w="24" h="23">
                    <a:moveTo>
                      <a:pt x="12" y="23"/>
                    </a:moveTo>
                    <a:cubicBezTo>
                      <a:pt x="6" y="23"/>
                      <a:pt x="0" y="18"/>
                      <a:pt x="0" y="12"/>
                    </a:cubicBezTo>
                    <a:cubicBezTo>
                      <a:pt x="0" y="5"/>
                      <a:pt x="6" y="0"/>
                      <a:pt x="12" y="0"/>
                    </a:cubicBezTo>
                    <a:cubicBezTo>
                      <a:pt x="18" y="0"/>
                      <a:pt x="24" y="5"/>
                      <a:pt x="24" y="12"/>
                    </a:cubicBezTo>
                    <a:cubicBezTo>
                      <a:pt x="24" y="18"/>
                      <a:pt x="18" y="23"/>
                      <a:pt x="12" y="23"/>
                    </a:cubicBezTo>
                    <a:close/>
                    <a:moveTo>
                      <a:pt x="12" y="4"/>
                    </a:moveTo>
                    <a:cubicBezTo>
                      <a:pt x="8" y="4"/>
                      <a:pt x="4" y="8"/>
                      <a:pt x="4" y="12"/>
                    </a:cubicBezTo>
                    <a:cubicBezTo>
                      <a:pt x="4" y="16"/>
                      <a:pt x="8" y="19"/>
                      <a:pt x="12" y="19"/>
                    </a:cubicBezTo>
                    <a:cubicBezTo>
                      <a:pt x="16" y="19"/>
                      <a:pt x="20" y="16"/>
                      <a:pt x="20" y="12"/>
                    </a:cubicBezTo>
                    <a:cubicBezTo>
                      <a:pt x="20" y="8"/>
                      <a:pt x="16" y="4"/>
                      <a:pt x="12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7" name="Rectangle 21"/>
              <p:cNvSpPr>
                <a:spLocks noChangeArrowheads="1"/>
              </p:cNvSpPr>
              <p:nvPr/>
            </p:nvSpPr>
            <p:spPr bwMode="auto">
              <a:xfrm>
                <a:off x="133350" y="4662488"/>
                <a:ext cx="23813" cy="2181225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sp>
          <p:sp>
            <p:nvSpPr>
              <p:cNvPr id="38" name="Freeform 22"/>
              <p:cNvSpPr/>
              <p:nvPr/>
            </p:nvSpPr>
            <p:spPr bwMode="auto">
              <a:xfrm>
                <a:off x="223837" y="5041900"/>
                <a:ext cx="369888" cy="1801813"/>
              </a:xfrm>
              <a:custGeom>
                <a:avLst/>
                <a:gdLst/>
                <a:ahLst/>
                <a:cxnLst/>
                <a:rect l="0" t="0" r="r" b="b"/>
                <a:pathLst>
                  <a:path w="233" h="1135">
                    <a:moveTo>
                      <a:pt x="15" y="1135"/>
                    </a:moveTo>
                    <a:lnTo>
                      <a:pt x="0" y="1135"/>
                    </a:lnTo>
                    <a:lnTo>
                      <a:pt x="0" y="515"/>
                    </a:lnTo>
                    <a:lnTo>
                      <a:pt x="0" y="512"/>
                    </a:lnTo>
                    <a:lnTo>
                      <a:pt x="218" y="0"/>
                    </a:lnTo>
                    <a:lnTo>
                      <a:pt x="233" y="6"/>
                    </a:lnTo>
                    <a:lnTo>
                      <a:pt x="15" y="518"/>
                    </a:lnTo>
                    <a:lnTo>
                      <a:pt x="15" y="113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9" name="Freeform 23"/>
              <p:cNvSpPr>
                <a:spLocks noEditPoints="1"/>
              </p:cNvSpPr>
              <p:nvPr/>
            </p:nvSpPr>
            <p:spPr bwMode="auto">
              <a:xfrm>
                <a:off x="52387" y="44815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11"/>
                      <a:pt x="28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0" name="Freeform 24"/>
              <p:cNvSpPr/>
              <p:nvPr/>
            </p:nvSpPr>
            <p:spPr bwMode="auto">
              <a:xfrm>
                <a:off x="-14288" y="5627688"/>
                <a:ext cx="85725" cy="1216025"/>
              </a:xfrm>
              <a:custGeom>
                <a:avLst/>
                <a:gdLst/>
                <a:ahLst/>
                <a:cxnLst/>
                <a:rect l="0" t="0" r="r" b="b"/>
                <a:pathLst>
                  <a:path w="54" h="766">
                    <a:moveTo>
                      <a:pt x="54" y="766"/>
                    </a:moveTo>
                    <a:lnTo>
                      <a:pt x="36" y="766"/>
                    </a:lnTo>
                    <a:lnTo>
                      <a:pt x="36" y="149"/>
                    </a:lnTo>
                    <a:lnTo>
                      <a:pt x="0" y="3"/>
                    </a:lnTo>
                    <a:lnTo>
                      <a:pt x="18" y="0"/>
                    </a:lnTo>
                    <a:lnTo>
                      <a:pt x="54" y="146"/>
                    </a:lnTo>
                    <a:lnTo>
                      <a:pt x="54" y="766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1" name="Freeform 25"/>
              <p:cNvSpPr>
                <a:spLocks noEditPoints="1"/>
              </p:cNvSpPr>
              <p:nvPr/>
            </p:nvSpPr>
            <p:spPr bwMode="auto">
              <a:xfrm>
                <a:off x="527050" y="4867275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2" name="Freeform 26"/>
              <p:cNvSpPr/>
              <p:nvPr/>
            </p:nvSpPr>
            <p:spPr bwMode="auto">
              <a:xfrm>
                <a:off x="309562" y="5422900"/>
                <a:ext cx="374650" cy="1425575"/>
              </a:xfrm>
              <a:custGeom>
                <a:avLst/>
                <a:gdLst/>
                <a:ahLst/>
                <a:cxnLst/>
                <a:rect l="0" t="0" r="r" b="b"/>
                <a:pathLst>
                  <a:path w="236" h="898">
                    <a:moveTo>
                      <a:pt x="18" y="898"/>
                    </a:moveTo>
                    <a:lnTo>
                      <a:pt x="0" y="898"/>
                    </a:lnTo>
                    <a:lnTo>
                      <a:pt x="0" y="515"/>
                    </a:lnTo>
                    <a:lnTo>
                      <a:pt x="3" y="512"/>
                    </a:lnTo>
                    <a:lnTo>
                      <a:pt x="221" y="0"/>
                    </a:lnTo>
                    <a:lnTo>
                      <a:pt x="236" y="6"/>
                    </a:lnTo>
                    <a:lnTo>
                      <a:pt x="18" y="518"/>
                    </a:lnTo>
                    <a:lnTo>
                      <a:pt x="18" y="898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3" name="Freeform 27"/>
              <p:cNvSpPr/>
              <p:nvPr/>
            </p:nvSpPr>
            <p:spPr bwMode="auto">
              <a:xfrm>
                <a:off x="569912" y="5945188"/>
                <a:ext cx="152400" cy="912813"/>
              </a:xfrm>
              <a:custGeom>
                <a:avLst/>
                <a:gdLst/>
                <a:ahLst/>
                <a:cxnLst/>
                <a:rect l="0" t="0" r="r" b="b"/>
                <a:pathLst>
                  <a:path w="96" h="575">
                    <a:moveTo>
                      <a:pt x="15" y="575"/>
                    </a:moveTo>
                    <a:lnTo>
                      <a:pt x="0" y="569"/>
                    </a:lnTo>
                    <a:lnTo>
                      <a:pt x="81" y="383"/>
                    </a:lnTo>
                    <a:lnTo>
                      <a:pt x="81" y="0"/>
                    </a:lnTo>
                    <a:lnTo>
                      <a:pt x="96" y="0"/>
                    </a:lnTo>
                    <a:lnTo>
                      <a:pt x="96" y="386"/>
                    </a:lnTo>
                    <a:lnTo>
                      <a:pt x="15" y="57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4" name="Freeform 28"/>
              <p:cNvSpPr>
                <a:spLocks noEditPoints="1"/>
              </p:cNvSpPr>
              <p:nvPr/>
            </p:nvSpPr>
            <p:spPr bwMode="auto">
              <a:xfrm>
                <a:off x="612775" y="5246688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5" name="Freeform 29"/>
              <p:cNvSpPr>
                <a:spLocks noEditPoints="1"/>
              </p:cNvSpPr>
              <p:nvPr/>
            </p:nvSpPr>
            <p:spPr bwMode="auto">
              <a:xfrm>
                <a:off x="612775" y="57642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6" name="Freeform 30"/>
              <p:cNvSpPr/>
              <p:nvPr/>
            </p:nvSpPr>
            <p:spPr bwMode="auto">
              <a:xfrm>
                <a:off x="669925" y="6330950"/>
                <a:ext cx="417513" cy="517525"/>
              </a:xfrm>
              <a:custGeom>
                <a:avLst/>
                <a:gdLst/>
                <a:ahLst/>
                <a:cxnLst/>
                <a:rect l="0" t="0" r="r" b="b"/>
                <a:pathLst>
                  <a:path w="263" h="326">
                    <a:moveTo>
                      <a:pt x="15" y="326"/>
                    </a:moveTo>
                    <a:lnTo>
                      <a:pt x="0" y="320"/>
                    </a:lnTo>
                    <a:lnTo>
                      <a:pt x="45" y="206"/>
                    </a:lnTo>
                    <a:lnTo>
                      <a:pt x="48" y="206"/>
                    </a:lnTo>
                    <a:lnTo>
                      <a:pt x="254" y="0"/>
                    </a:lnTo>
                    <a:lnTo>
                      <a:pt x="263" y="12"/>
                    </a:lnTo>
                    <a:lnTo>
                      <a:pt x="60" y="215"/>
                    </a:lnTo>
                    <a:lnTo>
                      <a:pt x="15" y="326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7" name="Freeform 31"/>
              <p:cNvSpPr>
                <a:spLocks noEditPoints="1"/>
              </p:cNvSpPr>
              <p:nvPr/>
            </p:nvSpPr>
            <p:spPr bwMode="auto">
              <a:xfrm>
                <a:off x="1049337" y="6221413"/>
                <a:ext cx="157163" cy="147638"/>
              </a:xfrm>
              <a:custGeom>
                <a:avLst/>
                <a:gdLst/>
                <a:ahLst/>
                <a:cxnLst/>
                <a:rect l="0" t="0" r="r" b="b"/>
                <a:pathLst>
                  <a:path w="33" h="31">
                    <a:moveTo>
                      <a:pt x="16" y="31"/>
                    </a:moveTo>
                    <a:cubicBezTo>
                      <a:pt x="12" y="31"/>
                      <a:pt x="8" y="29"/>
                      <a:pt x="5" y="26"/>
                    </a:cubicBezTo>
                    <a:cubicBezTo>
                      <a:pt x="2" y="24"/>
                      <a:pt x="0" y="20"/>
                      <a:pt x="0" y="15"/>
                    </a:cubicBezTo>
                    <a:cubicBezTo>
                      <a:pt x="0" y="11"/>
                      <a:pt x="2" y="7"/>
                      <a:pt x="5" y="4"/>
                    </a:cubicBezTo>
                    <a:cubicBezTo>
                      <a:pt x="8" y="1"/>
                      <a:pt x="12" y="0"/>
                      <a:pt x="16" y="0"/>
                    </a:cubicBezTo>
                    <a:cubicBezTo>
                      <a:pt x="20" y="0"/>
                      <a:pt x="24" y="1"/>
                      <a:pt x="27" y="4"/>
                    </a:cubicBezTo>
                    <a:cubicBezTo>
                      <a:pt x="33" y="10"/>
                      <a:pt x="33" y="20"/>
                      <a:pt x="27" y="26"/>
                    </a:cubicBezTo>
                    <a:cubicBezTo>
                      <a:pt x="24" y="29"/>
                      <a:pt x="20" y="31"/>
                      <a:pt x="16" y="31"/>
                    </a:cubicBezTo>
                    <a:close/>
                    <a:moveTo>
                      <a:pt x="16" y="4"/>
                    </a:moveTo>
                    <a:cubicBezTo>
                      <a:pt x="13" y="4"/>
                      <a:pt x="10" y="5"/>
                      <a:pt x="8" y="7"/>
                    </a:cubicBezTo>
                    <a:cubicBezTo>
                      <a:pt x="6" y="9"/>
                      <a:pt x="4" y="12"/>
                      <a:pt x="4" y="15"/>
                    </a:cubicBezTo>
                    <a:cubicBezTo>
                      <a:pt x="4" y="19"/>
                      <a:pt x="6" y="21"/>
                      <a:pt x="8" y="24"/>
                    </a:cubicBezTo>
                    <a:cubicBezTo>
                      <a:pt x="10" y="26"/>
                      <a:pt x="13" y="27"/>
                      <a:pt x="16" y="27"/>
                    </a:cubicBezTo>
                    <a:cubicBezTo>
                      <a:pt x="19" y="27"/>
                      <a:pt x="22" y="26"/>
                      <a:pt x="24" y="24"/>
                    </a:cubicBezTo>
                    <a:cubicBezTo>
                      <a:pt x="29" y="19"/>
                      <a:pt x="29" y="12"/>
                      <a:pt x="24" y="7"/>
                    </a:cubicBezTo>
                    <a:cubicBezTo>
                      <a:pt x="22" y="5"/>
                      <a:pt x="19" y="4"/>
                      <a:pt x="16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</p:grpSp>
        <p:grpSp>
          <p:nvGrpSpPr>
            <p:cNvPr id="10" name="Group 9"/>
            <p:cNvGrpSpPr/>
            <p:nvPr/>
          </p:nvGrpSpPr>
          <p:grpSpPr>
            <a:xfrm>
              <a:off x="8352798" y="0"/>
              <a:ext cx="674688" cy="6848476"/>
              <a:chOff x="11364912" y="0"/>
              <a:chExt cx="674688" cy="6848476"/>
            </a:xfrm>
            <a:gradFill flip="none" rotWithShape="1">
              <a:gsLst>
                <a:gs pos="0">
                  <a:schemeClr val="tx2">
                    <a:alpha val="80000"/>
                  </a:schemeClr>
                </a:gs>
                <a:gs pos="100000">
                  <a:schemeClr val="bg2">
                    <a:lumMod val="60000"/>
                    <a:lumOff val="40000"/>
                    <a:alpha val="60000"/>
                  </a:schemeClr>
                </a:gs>
              </a:gsLst>
              <a:lin ang="5400000" scaled="0"/>
              <a:tileRect/>
            </a:gradFill>
          </p:grpSpPr>
          <p:sp>
            <p:nvSpPr>
              <p:cNvPr id="11" name="Freeform 32"/>
              <p:cNvSpPr/>
              <p:nvPr/>
            </p:nvSpPr>
            <p:spPr bwMode="auto">
              <a:xfrm>
                <a:off x="11483975" y="0"/>
                <a:ext cx="417513" cy="512763"/>
              </a:xfrm>
              <a:custGeom>
                <a:avLst/>
                <a:gdLst/>
                <a:ahLst/>
                <a:cxnLst/>
                <a:rect l="0" t="0" r="r" b="b"/>
                <a:pathLst>
                  <a:path w="263" h="323">
                    <a:moveTo>
                      <a:pt x="12" y="323"/>
                    </a:moveTo>
                    <a:lnTo>
                      <a:pt x="0" y="314"/>
                    </a:lnTo>
                    <a:lnTo>
                      <a:pt x="203" y="108"/>
                    </a:lnTo>
                    <a:lnTo>
                      <a:pt x="248" y="0"/>
                    </a:lnTo>
                    <a:lnTo>
                      <a:pt x="263" y="6"/>
                    </a:lnTo>
                    <a:lnTo>
                      <a:pt x="218" y="117"/>
                    </a:lnTo>
                    <a:lnTo>
                      <a:pt x="218" y="117"/>
                    </a:lnTo>
                    <a:lnTo>
                      <a:pt x="12" y="32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2" name="Freeform 33"/>
              <p:cNvSpPr>
                <a:spLocks noEditPoints="1"/>
              </p:cNvSpPr>
              <p:nvPr/>
            </p:nvSpPr>
            <p:spPr bwMode="auto">
              <a:xfrm>
                <a:off x="11364912" y="474663"/>
                <a:ext cx="157163" cy="152400"/>
              </a:xfrm>
              <a:custGeom>
                <a:avLst/>
                <a:gdLst/>
                <a:ahLst/>
                <a:cxnLst/>
                <a:rect l="0" t="0" r="r" b="b"/>
                <a:pathLst>
                  <a:path w="33" h="32">
                    <a:moveTo>
                      <a:pt x="17" y="32"/>
                    </a:moveTo>
                    <a:cubicBezTo>
                      <a:pt x="13" y="32"/>
                      <a:pt x="9" y="30"/>
                      <a:pt x="6" y="27"/>
                    </a:cubicBezTo>
                    <a:cubicBezTo>
                      <a:pt x="0" y="21"/>
                      <a:pt x="0" y="11"/>
                      <a:pt x="6" y="5"/>
                    </a:cubicBezTo>
                    <a:cubicBezTo>
                      <a:pt x="9" y="2"/>
                      <a:pt x="13" y="0"/>
                      <a:pt x="17" y="0"/>
                    </a:cubicBezTo>
                    <a:cubicBezTo>
                      <a:pt x="21" y="0"/>
                      <a:pt x="25" y="2"/>
                      <a:pt x="28" y="5"/>
                    </a:cubicBezTo>
                    <a:cubicBezTo>
                      <a:pt x="31" y="8"/>
                      <a:pt x="33" y="12"/>
                      <a:pt x="33" y="16"/>
                    </a:cubicBezTo>
                    <a:cubicBezTo>
                      <a:pt x="33" y="20"/>
                      <a:pt x="31" y="24"/>
                      <a:pt x="28" y="27"/>
                    </a:cubicBezTo>
                    <a:cubicBezTo>
                      <a:pt x="25" y="30"/>
                      <a:pt x="21" y="32"/>
                      <a:pt x="17" y="32"/>
                    </a:cubicBezTo>
                    <a:close/>
                    <a:moveTo>
                      <a:pt x="17" y="4"/>
                    </a:moveTo>
                    <a:cubicBezTo>
                      <a:pt x="14" y="4"/>
                      <a:pt x="11" y="6"/>
                      <a:pt x="9" y="8"/>
                    </a:cubicBezTo>
                    <a:cubicBezTo>
                      <a:pt x="4" y="12"/>
                      <a:pt x="4" y="20"/>
                      <a:pt x="9" y="24"/>
                    </a:cubicBezTo>
                    <a:cubicBezTo>
                      <a:pt x="11" y="27"/>
                      <a:pt x="14" y="28"/>
                      <a:pt x="17" y="28"/>
                    </a:cubicBezTo>
                    <a:cubicBezTo>
                      <a:pt x="20" y="28"/>
                      <a:pt x="23" y="27"/>
                      <a:pt x="26" y="24"/>
                    </a:cubicBezTo>
                    <a:cubicBezTo>
                      <a:pt x="30" y="20"/>
                      <a:pt x="30" y="12"/>
                      <a:pt x="26" y="8"/>
                    </a:cubicBezTo>
                    <a:cubicBezTo>
                      <a:pt x="23" y="6"/>
                      <a:pt x="20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3" name="Freeform 34"/>
              <p:cNvSpPr>
                <a:spLocks noEditPoints="1"/>
              </p:cNvSpPr>
              <p:nvPr/>
            </p:nvSpPr>
            <p:spPr bwMode="auto">
              <a:xfrm>
                <a:off x="11631612" y="1539875"/>
                <a:ext cx="188913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4" name="Freeform 35"/>
              <p:cNvSpPr/>
              <p:nvPr/>
            </p:nvSpPr>
            <p:spPr bwMode="auto">
              <a:xfrm>
                <a:off x="11531600" y="5694363"/>
                <a:ext cx="298450" cy="1154113"/>
              </a:xfrm>
              <a:custGeom>
                <a:avLst/>
                <a:gdLst/>
                <a:ahLst/>
                <a:cxnLst/>
                <a:rect l="0" t="0" r="r" b="b"/>
                <a:pathLst>
                  <a:path w="188" h="727">
                    <a:moveTo>
                      <a:pt x="15" y="727"/>
                    </a:moveTo>
                    <a:lnTo>
                      <a:pt x="0" y="727"/>
                    </a:lnTo>
                    <a:lnTo>
                      <a:pt x="0" y="407"/>
                    </a:lnTo>
                    <a:lnTo>
                      <a:pt x="0" y="407"/>
                    </a:lnTo>
                    <a:lnTo>
                      <a:pt x="176" y="0"/>
                    </a:lnTo>
                    <a:lnTo>
                      <a:pt x="188" y="6"/>
                    </a:lnTo>
                    <a:lnTo>
                      <a:pt x="15" y="410"/>
                    </a:lnTo>
                    <a:lnTo>
                      <a:pt x="15" y="727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5" name="Freeform 36"/>
              <p:cNvSpPr>
                <a:spLocks noEditPoints="1"/>
              </p:cNvSpPr>
              <p:nvPr/>
            </p:nvSpPr>
            <p:spPr bwMode="auto">
              <a:xfrm>
                <a:off x="11772900" y="5551488"/>
                <a:ext cx="157163" cy="155575"/>
              </a:xfrm>
              <a:custGeom>
                <a:avLst/>
                <a:gdLst/>
                <a:ahLst/>
                <a:cxnLst/>
                <a:rect l="0" t="0" r="r" b="b"/>
                <a:pathLst>
                  <a:path w="33" h="33">
                    <a:moveTo>
                      <a:pt x="17" y="33"/>
                    </a:moveTo>
                    <a:cubicBezTo>
                      <a:pt x="8" y="33"/>
                      <a:pt x="0" y="25"/>
                      <a:pt x="0" y="16"/>
                    </a:cubicBezTo>
                    <a:cubicBezTo>
                      <a:pt x="0" y="7"/>
                      <a:pt x="8" y="0"/>
                      <a:pt x="17" y="0"/>
                    </a:cubicBezTo>
                    <a:cubicBezTo>
                      <a:pt x="26" y="0"/>
                      <a:pt x="33" y="7"/>
                      <a:pt x="33" y="16"/>
                    </a:cubicBezTo>
                    <a:cubicBezTo>
                      <a:pt x="33" y="25"/>
                      <a:pt x="26" y="33"/>
                      <a:pt x="17" y="33"/>
                    </a:cubicBezTo>
                    <a:close/>
                    <a:moveTo>
                      <a:pt x="17" y="4"/>
                    </a:moveTo>
                    <a:cubicBezTo>
                      <a:pt x="10" y="4"/>
                      <a:pt x="4" y="9"/>
                      <a:pt x="4" y="16"/>
                    </a:cubicBezTo>
                    <a:cubicBezTo>
                      <a:pt x="4" y="23"/>
                      <a:pt x="10" y="29"/>
                      <a:pt x="17" y="29"/>
                    </a:cubicBezTo>
                    <a:cubicBezTo>
                      <a:pt x="23" y="29"/>
                      <a:pt x="29" y="23"/>
                      <a:pt x="29" y="16"/>
                    </a:cubicBezTo>
                    <a:cubicBezTo>
                      <a:pt x="29" y="9"/>
                      <a:pt x="23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6" name="Freeform 37"/>
              <p:cNvSpPr/>
              <p:nvPr/>
            </p:nvSpPr>
            <p:spPr bwMode="auto">
              <a:xfrm>
                <a:off x="11710987" y="4763"/>
                <a:ext cx="304800" cy="1544638"/>
              </a:xfrm>
              <a:custGeom>
                <a:avLst/>
                <a:gdLst/>
                <a:ahLst/>
                <a:cxnLst/>
                <a:rect l="0" t="0" r="r" b="b"/>
                <a:pathLst>
                  <a:path w="192" h="973">
                    <a:moveTo>
                      <a:pt x="15" y="973"/>
                    </a:moveTo>
                    <a:lnTo>
                      <a:pt x="0" y="973"/>
                    </a:lnTo>
                    <a:lnTo>
                      <a:pt x="0" y="790"/>
                    </a:lnTo>
                    <a:lnTo>
                      <a:pt x="174" y="614"/>
                    </a:lnTo>
                    <a:lnTo>
                      <a:pt x="174" y="0"/>
                    </a:lnTo>
                    <a:lnTo>
                      <a:pt x="192" y="0"/>
                    </a:lnTo>
                    <a:lnTo>
                      <a:pt x="192" y="620"/>
                    </a:lnTo>
                    <a:lnTo>
                      <a:pt x="15" y="796"/>
                    </a:lnTo>
                    <a:lnTo>
                      <a:pt x="15" y="97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7" name="Freeform 38"/>
              <p:cNvSpPr>
                <a:spLocks noEditPoints="1"/>
              </p:cNvSpPr>
              <p:nvPr/>
            </p:nvSpPr>
            <p:spPr bwMode="auto">
              <a:xfrm>
                <a:off x="11636375" y="4867275"/>
                <a:ext cx="188913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8" name="Freeform 39"/>
              <p:cNvSpPr/>
              <p:nvPr/>
            </p:nvSpPr>
            <p:spPr bwMode="auto">
              <a:xfrm>
                <a:off x="11441112" y="5046663"/>
                <a:ext cx="307975" cy="1801813"/>
              </a:xfrm>
              <a:custGeom>
                <a:avLst/>
                <a:gdLst/>
                <a:ahLst/>
                <a:cxnLst/>
                <a:rect l="0" t="0" r="r" b="b"/>
                <a:pathLst>
                  <a:path w="194" h="1135">
                    <a:moveTo>
                      <a:pt x="18" y="1135"/>
                    </a:moveTo>
                    <a:lnTo>
                      <a:pt x="0" y="1135"/>
                    </a:lnTo>
                    <a:lnTo>
                      <a:pt x="0" y="354"/>
                    </a:lnTo>
                    <a:lnTo>
                      <a:pt x="176" y="177"/>
                    </a:lnTo>
                    <a:lnTo>
                      <a:pt x="176" y="0"/>
                    </a:lnTo>
                    <a:lnTo>
                      <a:pt x="194" y="0"/>
                    </a:lnTo>
                    <a:lnTo>
                      <a:pt x="194" y="183"/>
                    </a:lnTo>
                    <a:lnTo>
                      <a:pt x="18" y="360"/>
                    </a:lnTo>
                    <a:lnTo>
                      <a:pt x="18" y="113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9" name="Freeform 40"/>
              <p:cNvSpPr>
                <a:spLocks noEditPoints="1"/>
              </p:cNvSpPr>
              <p:nvPr/>
            </p:nvSpPr>
            <p:spPr bwMode="auto">
              <a:xfrm>
                <a:off x="11849100" y="6416675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0" name="Rectangle 41"/>
              <p:cNvSpPr>
                <a:spLocks noChangeArrowheads="1"/>
              </p:cNvSpPr>
              <p:nvPr/>
            </p:nvSpPr>
            <p:spPr bwMode="auto">
              <a:xfrm>
                <a:off x="11939587" y="6596063"/>
                <a:ext cx="23813" cy="252413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sp>
        </p:grp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56060" y="618518"/>
            <a:ext cx="7429499" cy="147857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56060" y="2249487"/>
            <a:ext cx="7429499" cy="354171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5592691" y="5883277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4/6/2026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856059" y="5883276"/>
            <a:ext cx="467948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7707241" y="5883275"/>
            <a:ext cx="57831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5478506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746" r:id="rId1"/>
    <p:sldLayoutId id="2147483747" r:id="rId2"/>
    <p:sldLayoutId id="2147483748" r:id="rId3"/>
    <p:sldLayoutId id="2147483749" r:id="rId4"/>
    <p:sldLayoutId id="2147483750" r:id="rId5"/>
    <p:sldLayoutId id="2147483751" r:id="rId6"/>
    <p:sldLayoutId id="2147483752" r:id="rId7"/>
    <p:sldLayoutId id="2147483753" r:id="rId8"/>
    <p:sldLayoutId id="2147483754" r:id="rId9"/>
    <p:sldLayoutId id="2147483755" r:id="rId10"/>
    <p:sldLayoutId id="2147483756" r:id="rId11"/>
    <p:sldLayoutId id="2147483757" r:id="rId12"/>
    <p:sldLayoutId id="2147483758" r:id="rId13"/>
    <p:sldLayoutId id="2147483759" r:id="rId14"/>
    <p:sldLayoutId id="2147483760" r:id="rId15"/>
    <p:sldLayoutId id="2147483761" r:id="rId16"/>
    <p:sldLayoutId id="2147483762" r:id="rId17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600" kern="1200" cap="all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SzPct val="125000"/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t>AI-Based Crop Disease Detection and Advisory System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>
            <a:normAutofit/>
          </a:bodyPr>
          <a:lstStyle/>
          <a:p>
            <a:r>
              <a:rPr dirty="0"/>
              <a:t>Team: Techo Mind</a:t>
            </a:r>
            <a:r>
              <a:rPr lang="en-IN" dirty="0"/>
              <a:t>s</a:t>
            </a:r>
          </a:p>
          <a:p>
            <a:r>
              <a:rPr lang="en-IN" dirty="0"/>
              <a:t>Hackathon : Udbhava X ‘26</a:t>
            </a:r>
            <a:endParaRPr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Team Members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Manish Kumar – </a:t>
            </a:r>
            <a:r>
              <a:rPr lang="en-IN" dirty="0"/>
              <a:t>Documentation</a:t>
            </a:r>
          </a:p>
          <a:p>
            <a:r>
              <a:rPr lang="en-IN" dirty="0"/>
              <a:t>Karthikeya – Implementation</a:t>
            </a:r>
          </a:p>
          <a:p>
            <a:r>
              <a:rPr dirty="0"/>
              <a:t>Ramya – Prototype Progress</a:t>
            </a:r>
          </a:p>
          <a:p>
            <a:r>
              <a:rPr dirty="0"/>
              <a:t>Sindhura – System Design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Problem Statement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Farmers face difficulty detecting pests early.</a:t>
            </a:r>
          </a:p>
          <a:p>
            <a:r>
              <a:t>Manual identification leads to crop loss.</a:t>
            </a:r>
          </a:p>
          <a:p>
            <a:r>
              <a:t>Lack of real-time alerts and monitoring.</a:t>
            </a:r>
          </a:p>
          <a:p>
            <a:r>
              <a:t>Overuse of pesticides impacts health and soil.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System Design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User App for farmers to upload images.</a:t>
            </a:r>
          </a:p>
          <a:p>
            <a:r>
              <a:t>Cloud server processes data.</a:t>
            </a:r>
          </a:p>
          <a:p>
            <a:r>
              <a:t>AI model detects pests/diseases.</a:t>
            </a:r>
          </a:p>
          <a:p>
            <a:r>
              <a:t>Database stores historical data.</a:t>
            </a:r>
          </a:p>
          <a:p>
            <a:r>
              <a:t>Alert system notifies nearby farmers.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System </a:t>
            </a:r>
            <a:r>
              <a:rPr dirty="0"/>
              <a:t>Architecture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55000" lnSpcReduction="20000"/>
          </a:bodyPr>
          <a:lstStyle/>
          <a:p>
            <a:pPr marL="0" indent="0">
              <a:buNone/>
            </a:pPr>
            <a:r>
              <a:rPr lang="en-IN" dirty="0"/>
              <a:t>[Camera / Mobile]</a:t>
            </a:r>
          </a:p>
          <a:p>
            <a:pPr marL="0" indent="0">
              <a:buNone/>
            </a:pPr>
            <a:r>
              <a:rPr lang="en-IN" dirty="0"/>
              <a:t>        ↓</a:t>
            </a:r>
          </a:p>
          <a:p>
            <a:pPr marL="0" indent="0">
              <a:buNone/>
            </a:pPr>
            <a:r>
              <a:rPr lang="en-IN" dirty="0"/>
              <a:t>[Image Processing]</a:t>
            </a:r>
          </a:p>
          <a:p>
            <a:pPr marL="0" indent="0">
              <a:buNone/>
            </a:pPr>
            <a:r>
              <a:rPr lang="en-IN" dirty="0"/>
              <a:t>        ↓</a:t>
            </a:r>
          </a:p>
          <a:p>
            <a:pPr marL="0" indent="0">
              <a:buNone/>
            </a:pPr>
            <a:r>
              <a:rPr lang="en-IN" dirty="0"/>
              <a:t>[AI Model (CNN)]</a:t>
            </a:r>
          </a:p>
          <a:p>
            <a:pPr marL="0" indent="0">
              <a:buNone/>
            </a:pPr>
            <a:r>
              <a:rPr lang="en-IN" dirty="0"/>
              <a:t>        ↓</a:t>
            </a:r>
          </a:p>
          <a:p>
            <a:pPr marL="0" indent="0">
              <a:buNone/>
            </a:pPr>
            <a:r>
              <a:rPr lang="en-IN" dirty="0"/>
              <a:t>[Detection Result]</a:t>
            </a:r>
          </a:p>
          <a:p>
            <a:pPr marL="0" indent="0">
              <a:buNone/>
            </a:pPr>
            <a:r>
              <a:rPr lang="en-IN" dirty="0"/>
              <a:t>   ↓            ↓</a:t>
            </a:r>
          </a:p>
          <a:p>
            <a:pPr marL="0" indent="0">
              <a:buNone/>
            </a:pPr>
            <a:r>
              <a:rPr lang="en-IN" dirty="0"/>
              <a:t>[Alert System] [Recommendation Engine]</a:t>
            </a:r>
          </a:p>
          <a:p>
            <a:pPr marL="0" indent="0">
              <a:buNone/>
            </a:pPr>
            <a:r>
              <a:rPr lang="en-IN" dirty="0"/>
              <a:t>        ↓</a:t>
            </a:r>
          </a:p>
          <a:p>
            <a:pPr marL="0" indent="0">
              <a:buNone/>
            </a:pPr>
            <a:r>
              <a:rPr lang="en-IN" dirty="0"/>
              <a:t>     [Farmer]</a:t>
            </a:r>
            <a:endParaRPr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Technical Approach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Use CNN-based model for image detection.</a:t>
            </a:r>
          </a:p>
          <a:p>
            <a:r>
              <a:t>Train model with crop disease dataset.</a:t>
            </a:r>
          </a:p>
          <a:p>
            <a:r>
              <a:t>Use APIs for communication.</a:t>
            </a:r>
          </a:p>
          <a:p>
            <a:r>
              <a:t>Integrate weather data for prediction.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Implementation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Develop mobile app for farmers.</a:t>
            </a:r>
          </a:p>
          <a:p>
            <a:r>
              <a:t>Backend using Python/Node.js.</a:t>
            </a:r>
          </a:p>
          <a:p>
            <a:r>
              <a:t>Database using Firebase/MySQL.</a:t>
            </a:r>
          </a:p>
          <a:p>
            <a:r>
              <a:t>Deploy AI model on cloud.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Prototype Progress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Basic UI for image upload completed.</a:t>
            </a:r>
          </a:p>
          <a:p>
            <a:r>
              <a:t>Initial AI model trained.</a:t>
            </a:r>
          </a:p>
          <a:p>
            <a:r>
              <a:t>Alert system under development.</a:t>
            </a:r>
          </a:p>
          <a:p>
            <a:r>
              <a:t>Testing with sample data ongoing.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System Design Details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Data flow from user to server.</a:t>
            </a:r>
          </a:p>
          <a:p>
            <a:r>
              <a:t>Image processing pipeline.</a:t>
            </a:r>
          </a:p>
          <a:p>
            <a:r>
              <a:t>Decision support system.</a:t>
            </a:r>
          </a:p>
          <a:p>
            <a:r>
              <a:t>Scalable cloud infrastructure.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Key Features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Real-time pest detection.</a:t>
            </a:r>
          </a:p>
          <a:p>
            <a:r>
              <a:t>Location-based alerts.</a:t>
            </a:r>
          </a:p>
          <a:p>
            <a:r>
              <a:t>Historical data tracking.</a:t>
            </a:r>
          </a:p>
          <a:p>
            <a:r>
              <a:t>Decision support for farmers.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Future Scope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Improve AI accuracy.</a:t>
            </a:r>
          </a:p>
          <a:p>
            <a:r>
              <a:t>Add multilingual support.</a:t>
            </a:r>
          </a:p>
          <a:p>
            <a:r>
              <a:t>Integrate IoT sensors.</a:t>
            </a:r>
          </a:p>
          <a:p>
            <a:r>
              <a:t>Expand to more crops.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249346C-5EDB-EE76-4502-038C014A6B9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User Interface (UI) Module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AB9C4DD-3B04-765E-A84C-C4B6D782776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US" dirty="0"/>
              <a:t> User Interface (UI) Module This is the primary point of contact for the farmer. It is often developed using cross-platform frameworks like Apache Cordova or Ionic to ensure compatibility with both Android and iOS. </a:t>
            </a:r>
          </a:p>
          <a:p>
            <a:r>
              <a:rPr lang="en-US" dirty="0"/>
              <a:t> Deep Learning &amp; Image Processing Module</a:t>
            </a:r>
          </a:p>
          <a:p>
            <a:r>
              <a:rPr lang="en-US" dirty="0"/>
              <a:t>Surveillance &amp; Geospatial Module</a:t>
            </a:r>
          </a:p>
          <a:p>
            <a:r>
              <a:rPr lang="en-US" dirty="0"/>
              <a:t> Alert &amp; Notification Module</a:t>
            </a:r>
          </a:p>
          <a:p>
            <a:r>
              <a:rPr lang="en-US" dirty="0"/>
              <a:t>Advisory &amp; Database Module</a:t>
            </a:r>
          </a:p>
          <a:p>
            <a:endParaRPr lang="en-US" dirty="0"/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85079778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Helps farmers detect pests early.</a:t>
            </a:r>
          </a:p>
          <a:p>
            <a:r>
              <a:t>Reduces crop loss.</a:t>
            </a:r>
          </a:p>
          <a:p>
            <a:r>
              <a:t>Improves agricultural productivity.</a:t>
            </a:r>
          </a:p>
          <a:p>
            <a:r>
              <a:t>Supports smart farming.</a:t>
            </a:r>
          </a:p>
        </p:txBody>
      </p:sp>
    </p:spTree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Circuit">
  <a:themeElements>
    <a:clrScheme name="Circuit">
      <a:dk1>
        <a:sysClr val="windowText" lastClr="000000"/>
      </a:dk1>
      <a:lt1>
        <a:sysClr val="window" lastClr="FFFFFF"/>
      </a:lt1>
      <a:dk2>
        <a:srgbClr val="134770"/>
      </a:dk2>
      <a:lt2>
        <a:srgbClr val="82FFFF"/>
      </a:lt2>
      <a:accent1>
        <a:srgbClr val="9ACD4C"/>
      </a:accent1>
      <a:accent2>
        <a:srgbClr val="FAA93A"/>
      </a:accent2>
      <a:accent3>
        <a:srgbClr val="D35940"/>
      </a:accent3>
      <a:accent4>
        <a:srgbClr val="B258D3"/>
      </a:accent4>
      <a:accent5>
        <a:srgbClr val="63A0CC"/>
      </a:accent5>
      <a:accent6>
        <a:srgbClr val="8AC4A7"/>
      </a:accent6>
      <a:hlink>
        <a:srgbClr val="B8FA56"/>
      </a:hlink>
      <a:folHlink>
        <a:srgbClr val="7AF8CC"/>
      </a:folHlink>
    </a:clrScheme>
    <a:fontScheme name="Circuit">
      <a:majorFont>
        <a:latin typeface="Tw Cen MT" panose="020B0602020104020603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Tw Cen MT" panose="020B0602020104020603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Circuit">
      <a:fillStyleLst>
        <a:solidFill>
          <a:schemeClr val="phClr"/>
        </a:solidFill>
        <a:gradFill rotWithShape="1">
          <a:gsLst>
            <a:gs pos="0">
              <a:schemeClr val="phClr">
                <a:tint val="58000"/>
                <a:satMod val="108000"/>
                <a:lumMod val="110000"/>
              </a:schemeClr>
            </a:gs>
            <a:gs pos="100000">
              <a:schemeClr val="phClr">
                <a:tint val="81000"/>
                <a:satMod val="109000"/>
                <a:lumMod val="105000"/>
              </a:schemeClr>
            </a:gs>
          </a:gsLst>
          <a:lin ang="5040000" scaled="0"/>
        </a:gradFill>
        <a:gradFill rotWithShape="1">
          <a:gsLst>
            <a:gs pos="0">
              <a:schemeClr val="phClr">
                <a:tint val="94000"/>
                <a:satMod val="105000"/>
                <a:lumMod val="102000"/>
              </a:schemeClr>
            </a:gs>
            <a:gs pos="100000">
              <a:schemeClr val="phClr">
                <a:shade val="74000"/>
                <a:satMod val="128000"/>
                <a:lumMod val="100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2225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8000"/>
                <a:hueMod val="94000"/>
                <a:satMod val="148000"/>
                <a:lumMod val="150000"/>
              </a:schemeClr>
            </a:gs>
            <a:gs pos="100000">
              <a:schemeClr val="phClr">
                <a:shade val="92000"/>
                <a:hueMod val="104000"/>
                <a:satMod val="140000"/>
                <a:lumMod val="68000"/>
              </a:schemeClr>
            </a:gs>
          </a:gsLst>
          <a:lin ang="5040000" scaled="0"/>
        </a:gradFill>
        <a:blipFill>
          <a:blip xmlns:r="http://schemas.openxmlformats.org/officeDocument/2006/relationships" r:embed="rId1">
            <a:duotone>
              <a:schemeClr val="phClr">
                <a:shade val="88000"/>
                <a:hueMod val="106000"/>
                <a:satMod val="140000"/>
                <a:lumMod val="54000"/>
              </a:schemeClr>
              <a:schemeClr val="phClr">
                <a:tint val="98000"/>
                <a:hueMod val="90000"/>
                <a:satMod val="150000"/>
                <a:lumMod val="160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Circuit" id="{0AC2F7E7-15F5-431C-B2A2-456FE929F56C}" vid="{0911B802-464C-4241-8DD9-B60FF88E379F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TM04033919[[fn=Circuit]]</Template>
  <TotalTime>213</TotalTime>
  <Words>365</Words>
  <Application>Microsoft Office PowerPoint</Application>
  <PresentationFormat>On-screen Show (4:3)</PresentationFormat>
  <Paragraphs>72</Paragraphs>
  <Slides>13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Tw Cen MT</vt:lpstr>
      <vt:lpstr>Circuit</vt:lpstr>
      <vt:lpstr>AI-Based Crop Disease Detection and Advisory System</vt:lpstr>
      <vt:lpstr>Team Members</vt:lpstr>
      <vt:lpstr>Problem Statement</vt:lpstr>
      <vt:lpstr>System Design</vt:lpstr>
      <vt:lpstr>System Architecture</vt:lpstr>
      <vt:lpstr>Technical Approach</vt:lpstr>
      <vt:lpstr>Implementation</vt:lpstr>
      <vt:lpstr>Prototype Progress</vt:lpstr>
      <vt:lpstr>System Design Details</vt:lpstr>
      <vt:lpstr>Key Features</vt:lpstr>
      <vt:lpstr>Future Scope</vt:lpstr>
      <vt:lpstr>User Interface (UI) Module</vt:lpstr>
      <vt:lpstr>Conclusion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kapil yadav</cp:lastModifiedBy>
  <cp:revision>2</cp:revision>
  <dcterms:created xsi:type="dcterms:W3CDTF">2013-01-27T09:14:16Z</dcterms:created>
  <dcterms:modified xsi:type="dcterms:W3CDTF">2026-04-06T11:42:53Z</dcterms:modified>
  <cp:category/>
</cp:coreProperties>
</file>