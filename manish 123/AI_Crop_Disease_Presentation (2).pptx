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AI-Based Crop Disease Detection &amp; Advisory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Team: Techo Minds</a:t>
            </a:r>
          </a:p>
          <a:p>
            <a:r>
              <a:t>Members:</a:t>
            </a:r>
          </a:p>
          <a:p>
            <a:r>
              <a:t>- Manish Kumar</a:t>
            </a:r>
          </a:p>
          <a:p>
            <a:r>
              <a:t>- Karthikeya</a:t>
            </a:r>
          </a:p>
          <a:p>
            <a:r>
              <a:t>- Ramya</a:t>
            </a:r>
          </a:p>
          <a:p>
            <a:r>
              <a:t>- Sindhura</a:t>
            </a:r>
          </a:p>
          <a:p>
            <a:r>
              <a:t>Hackathon: Udbhava X '26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Farmers struggle to identify crop diseases early</a:t>
            </a:r>
          </a:p>
          <a:p>
            <a:r>
              <a:t>• Lack of expert access in rural areas</a:t>
            </a:r>
          </a:p>
          <a:p>
            <a:r>
              <a:t>• Leads to crop loss and reduced income</a:t>
            </a:r>
          </a:p>
          <a:p>
            <a:r>
              <a:t>• Manual diagnosis is slow and inaccurate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of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Reduced agricultural productivity</a:t>
            </a:r>
          </a:p>
          <a:p>
            <a:r>
              <a:t>• Financial losses for farmers</a:t>
            </a:r>
          </a:p>
          <a:p>
            <a:r>
              <a:t>• Excess pesticide usage</a:t>
            </a:r>
          </a:p>
          <a:p>
            <a:r>
              <a:t>• Food supply chain impact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AI-powered system to detect crop diseases using images</a:t>
            </a:r>
          </a:p>
          <a:p>
            <a:r>
              <a:t>• Farmers upload crop photos</a:t>
            </a:r>
          </a:p>
          <a:p>
            <a:r>
              <a:t>• System analyzes and identifies disease</a:t>
            </a:r>
          </a:p>
          <a:p>
            <a:r>
              <a:t>• Provides treatment suggestions instantly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Image Upload (Leaf/Crop photo)</a:t>
            </a:r>
          </a:p>
          <a:p>
            <a:r>
              <a:t>• AI Disease Detection</a:t>
            </a:r>
          </a:p>
          <a:p>
            <a:r>
              <a:t>• Treatment Recommendations</a:t>
            </a:r>
          </a:p>
          <a:p>
            <a:r>
              <a:t>• Weather-based Alerts (optional)</a:t>
            </a:r>
          </a:p>
          <a:p>
            <a:r>
              <a:t>• Multi-language support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→ Upload Image → Backend → AI Model → Result → Display</a:t>
            </a:r>
          </a:p>
          <a:p/>
          <a:p>
            <a:r>
              <a:t>Components:</a:t>
            </a:r>
          </a:p>
          <a:p>
            <a:r>
              <a:t>Frontend, Backend, AI Model, Database, Cloud Storage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Frontend: React / HTML, CSS, JS</a:t>
            </a:r>
          </a:p>
          <a:p>
            <a:r>
              <a:t>• Backend: Node.js / Flask</a:t>
            </a:r>
          </a:p>
          <a:p>
            <a:r>
              <a:t>• AI Model: TensorFlow / PyTorch</a:t>
            </a:r>
          </a:p>
          <a:p>
            <a:r>
              <a:t>• Database: MongoDB / Firebase</a:t>
            </a:r>
          </a:p>
          <a:p>
            <a:r>
              <a:t>• Cloud: AWS / Google Cloud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/ Screenshots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Upload page</a:t>
            </a:r>
          </a:p>
          <a:p>
            <a:r>
              <a:t>• Result page</a:t>
            </a:r>
          </a:p>
          <a:p>
            <a:r>
              <a:t>• Recommendations screen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Limitations:</a:t>
            </a:r>
          </a:p>
          <a:p>
            <a:r>
              <a:t>• Requires internet access</a:t>
            </a:r>
          </a:p>
          <a:p>
            <a:r>
              <a:t>• Model accuracy depends on dataset</a:t>
            </a:r>
          </a:p>
          <a:p>
            <a:r>
              <a:t>• Limited crop variety initially</a:t>
            </a:r>
          </a:p>
          <a:p/>
          <a:p>
            <a:r>
              <a:t>Future Scope:</a:t>
            </a:r>
          </a:p>
          <a:p>
            <a:r>
              <a:t>• Offline support</a:t>
            </a:r>
          </a:p>
          <a:p>
            <a:r>
              <a:t>• More crop coverage</a:t>
            </a:r>
          </a:p>
          <a:p>
            <a:r>
              <a:t>• IoT integration</a:t>
            </a:r>
          </a:p>
          <a:p>
            <a:r>
              <a:t>• Live expert consultation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Helps farmers detect diseases early</a:t>
            </a:r>
          </a:p>
          <a:p>
            <a:r>
              <a:t>• Reduces crop loss</a:t>
            </a:r>
          </a:p>
          <a:p>
            <a:r>
              <a:t>• Improves productivity</a:t>
            </a:r>
          </a:p>
          <a:p>
            <a:r>
              <a:t>• Scalable AgriTech solution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